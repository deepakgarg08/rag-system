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Liter" charset="-122" pitchFamily="34"/>
      <p:regular r:id="rId23"/>
    </p:embeddedFont>
    <p:embeddedFont>
      <p:font typeface="Oranienbaum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d334e2a6b50e5d7e209c70c6e125a81f813ee8b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3D5A6C">
                  <a:alpha val="60000"/>
                </a:srgbClr>
              </a:gs>
              <a:gs pos="100000">
                <a:srgbClr val="1A1D24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95252" y="0"/>
                </a:moveTo>
                <a:lnTo>
                  <a:pt x="476248" y="0"/>
                </a:lnTo>
                <a:cubicBezTo>
                  <a:pt x="528819" y="0"/>
                  <a:pt x="571500" y="42681"/>
                  <a:pt x="571500" y="95252"/>
                </a:cubicBezTo>
                <a:lnTo>
                  <a:pt x="571500" y="476248"/>
                </a:lnTo>
                <a:cubicBezTo>
                  <a:pt x="571500" y="528854"/>
                  <a:pt x="528854" y="571500"/>
                  <a:pt x="476248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90538" y="5238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6" name="Text 3"/>
          <p:cNvSpPr/>
          <p:nvPr/>
        </p:nvSpPr>
        <p:spPr>
          <a:xfrm>
            <a:off x="1095375" y="500063"/>
            <a:ext cx="24122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8" b="1" spc="84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TECHNOLOGY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93094"/>
            <a:ext cx="1185862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75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AI-Powered Legal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75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Contract Analysis 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21969"/>
            <a:ext cx="9286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contract review from manual effort to intelligent automation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6310313"/>
            <a:ext cx="762000" cy="47625"/>
          </a:xfrm>
          <a:custGeom>
            <a:avLst/>
            <a:gdLst/>
            <a:ahLst/>
            <a:cxnLst/>
            <a:rect l="l" t="t" r="r" b="b"/>
            <a:pathLst>
              <a:path w="762000" h="47625">
                <a:moveTo>
                  <a:pt x="0" y="0"/>
                </a:moveTo>
                <a:lnTo>
                  <a:pt x="762000" y="0"/>
                </a:lnTo>
                <a:lnTo>
                  <a:pt x="762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0" name="Text 7"/>
          <p:cNvSpPr/>
          <p:nvPr/>
        </p:nvSpPr>
        <p:spPr>
          <a:xfrm>
            <a:off x="1333500" y="6191250"/>
            <a:ext cx="2819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Document Processing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720501" y="6191250"/>
            <a:ext cx="2181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pPr>
              <a:lnSpc>
                <a:spcPct val="130000"/>
              </a:lnSpc>
            </a:pPr>
            <a:r>
              <a:rPr lang="en-US" sz="150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Enterprise Solution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79375" y="0"/>
                </a:moveTo>
                <a:lnTo>
                  <a:pt x="317500" y="0"/>
                </a:lnTo>
                <a:cubicBezTo>
                  <a:pt x="361308" y="0"/>
                  <a:pt x="396875" y="35567"/>
                  <a:pt x="396875" y="79375"/>
                </a:cubicBezTo>
                <a:lnTo>
                  <a:pt x="396875" y="317500"/>
                </a:lnTo>
                <a:cubicBezTo>
                  <a:pt x="396875" y="361308"/>
                  <a:pt x="361308" y="396875"/>
                  <a:pt x="317500" y="396875"/>
                </a:cubicBezTo>
                <a:lnTo>
                  <a:pt x="79375" y="396875"/>
                </a:lnTo>
                <a:cubicBezTo>
                  <a:pt x="35567" y="396875"/>
                  <a:pt x="0" y="361308"/>
                  <a:pt x="0" y="317500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6145" y="428625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89297" y="0"/>
                </a:moveTo>
                <a:cubicBezTo>
                  <a:pt x="94424" y="0"/>
                  <a:pt x="99133" y="2825"/>
                  <a:pt x="101575" y="7325"/>
                </a:cubicBezTo>
                <a:lnTo>
                  <a:pt x="176919" y="146852"/>
                </a:lnTo>
                <a:cubicBezTo>
                  <a:pt x="179257" y="151177"/>
                  <a:pt x="179152" y="156409"/>
                  <a:pt x="176640" y="160630"/>
                </a:cubicBezTo>
                <a:cubicBezTo>
                  <a:pt x="174129" y="164850"/>
                  <a:pt x="169559" y="167432"/>
                  <a:pt x="164641" y="167432"/>
                </a:cubicBezTo>
                <a:lnTo>
                  <a:pt x="13953" y="167432"/>
                </a:lnTo>
                <a:cubicBezTo>
                  <a:pt x="9034" y="167432"/>
                  <a:pt x="4500" y="164850"/>
                  <a:pt x="1953" y="160630"/>
                </a:cubicBezTo>
                <a:cubicBezTo>
                  <a:pt x="-593" y="156409"/>
                  <a:pt x="-663" y="151177"/>
                  <a:pt x="1674" y="146852"/>
                </a:cubicBezTo>
                <a:lnTo>
                  <a:pt x="77019" y="7325"/>
                </a:lnTo>
                <a:cubicBezTo>
                  <a:pt x="79460" y="2825"/>
                  <a:pt x="84169" y="0"/>
                  <a:pt x="89297" y="0"/>
                </a:cubicBezTo>
                <a:close/>
                <a:moveTo>
                  <a:pt x="89297" y="58601"/>
                </a:moveTo>
                <a:cubicBezTo>
                  <a:pt x="84658" y="58601"/>
                  <a:pt x="80925" y="62333"/>
                  <a:pt x="80925" y="66973"/>
                </a:cubicBezTo>
                <a:lnTo>
                  <a:pt x="80925" y="106040"/>
                </a:lnTo>
                <a:cubicBezTo>
                  <a:pt x="80925" y="110679"/>
                  <a:pt x="84658" y="114412"/>
                  <a:pt x="89297" y="114412"/>
                </a:cubicBezTo>
                <a:cubicBezTo>
                  <a:pt x="93936" y="114412"/>
                  <a:pt x="97668" y="110679"/>
                  <a:pt x="97668" y="106040"/>
                </a:cubicBezTo>
                <a:lnTo>
                  <a:pt x="97668" y="66973"/>
                </a:lnTo>
                <a:cubicBezTo>
                  <a:pt x="97668" y="62333"/>
                  <a:pt x="93936" y="58601"/>
                  <a:pt x="89297" y="58601"/>
                </a:cubicBezTo>
                <a:close/>
                <a:moveTo>
                  <a:pt x="98610" y="133945"/>
                </a:moveTo>
                <a:cubicBezTo>
                  <a:pt x="98822" y="130488"/>
                  <a:pt x="97098" y="127199"/>
                  <a:pt x="94135" y="125407"/>
                </a:cubicBezTo>
                <a:cubicBezTo>
                  <a:pt x="91171" y="123614"/>
                  <a:pt x="87458" y="123614"/>
                  <a:pt x="84494" y="125407"/>
                </a:cubicBezTo>
                <a:cubicBezTo>
                  <a:pt x="81531" y="127199"/>
                  <a:pt x="79807" y="130488"/>
                  <a:pt x="80018" y="133945"/>
                </a:cubicBezTo>
                <a:cubicBezTo>
                  <a:pt x="79807" y="137402"/>
                  <a:pt x="81531" y="140691"/>
                  <a:pt x="84494" y="142484"/>
                </a:cubicBezTo>
                <a:cubicBezTo>
                  <a:pt x="87458" y="144277"/>
                  <a:pt x="91171" y="144277"/>
                  <a:pt x="94135" y="142484"/>
                </a:cubicBezTo>
                <a:cubicBezTo>
                  <a:pt x="97098" y="140691"/>
                  <a:pt x="98822" y="137402"/>
                  <a:pt x="98610" y="133945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33438" y="396875"/>
            <a:ext cx="1444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spc="63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93750"/>
            <a:ext cx="11795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Manual Contract Review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511300"/>
            <a:ext cx="3689350" cy="4213225"/>
          </a:xfrm>
          <a:custGeom>
            <a:avLst/>
            <a:gdLst/>
            <a:ahLst/>
            <a:cxnLst/>
            <a:rect l="l" t="t" r="r" b="b"/>
            <a:pathLst>
              <a:path w="3689350" h="4213225">
                <a:moveTo>
                  <a:pt x="119055" y="0"/>
                </a:moveTo>
                <a:lnTo>
                  <a:pt x="3570295" y="0"/>
                </a:lnTo>
                <a:cubicBezTo>
                  <a:pt x="3636047" y="0"/>
                  <a:pt x="3689350" y="53303"/>
                  <a:pt x="3689350" y="119055"/>
                </a:cubicBezTo>
                <a:lnTo>
                  <a:pt x="3689350" y="4094170"/>
                </a:lnTo>
                <a:cubicBezTo>
                  <a:pt x="3689350" y="4159922"/>
                  <a:pt x="3636047" y="4213225"/>
                  <a:pt x="3570295" y="4213225"/>
                </a:cubicBezTo>
                <a:lnTo>
                  <a:pt x="119055" y="4213225"/>
                </a:lnTo>
                <a:cubicBezTo>
                  <a:pt x="53303" y="4213225"/>
                  <a:pt x="0" y="4159922"/>
                  <a:pt x="0" y="4094170"/>
                </a:cubicBezTo>
                <a:lnTo>
                  <a:pt x="0" y="119055"/>
                </a:lnTo>
                <a:cubicBezTo>
                  <a:pt x="0" y="53347"/>
                  <a:pt x="53347" y="0"/>
                  <a:pt x="119055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975" y="1752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143" y="1923257"/>
            <a:ext cx="297656" cy="297656"/>
          </a:xfrm>
          <a:custGeom>
            <a:avLst/>
            <a:gdLst/>
            <a:ahLst/>
            <a:cxnLst/>
            <a:rect l="l" t="t" r="r" b="b"/>
            <a:pathLst>
              <a:path w="297656" h="297656">
                <a:moveTo>
                  <a:pt x="148828" y="0"/>
                </a:moveTo>
                <a:cubicBezTo>
                  <a:pt x="230969" y="0"/>
                  <a:pt x="297656" y="66688"/>
                  <a:pt x="297656" y="148828"/>
                </a:cubicBezTo>
                <a:cubicBezTo>
                  <a:pt x="297656" y="230969"/>
                  <a:pt x="230969" y="297656"/>
                  <a:pt x="148828" y="297656"/>
                </a:cubicBezTo>
                <a:cubicBezTo>
                  <a:pt x="66688" y="297656"/>
                  <a:pt x="0" y="230969"/>
                  <a:pt x="0" y="148828"/>
                </a:cubicBezTo>
                <a:cubicBezTo>
                  <a:pt x="0" y="66688"/>
                  <a:pt x="66688" y="0"/>
                  <a:pt x="148828" y="0"/>
                </a:cubicBezTo>
                <a:close/>
                <a:moveTo>
                  <a:pt x="134875" y="69763"/>
                </a:moveTo>
                <a:lnTo>
                  <a:pt x="134875" y="148828"/>
                </a:lnTo>
                <a:cubicBezTo>
                  <a:pt x="134875" y="153479"/>
                  <a:pt x="137201" y="157839"/>
                  <a:pt x="141096" y="160455"/>
                </a:cubicBezTo>
                <a:lnTo>
                  <a:pt x="196907" y="197662"/>
                </a:lnTo>
                <a:cubicBezTo>
                  <a:pt x="203302" y="201964"/>
                  <a:pt x="211964" y="200220"/>
                  <a:pt x="216266" y="193767"/>
                </a:cubicBezTo>
                <a:cubicBezTo>
                  <a:pt x="220568" y="187314"/>
                  <a:pt x="218824" y="178710"/>
                  <a:pt x="212371" y="174408"/>
                </a:cubicBezTo>
                <a:lnTo>
                  <a:pt x="162781" y="141387"/>
                </a:lnTo>
                <a:lnTo>
                  <a:pt x="162781" y="69763"/>
                </a:lnTo>
                <a:cubicBezTo>
                  <a:pt x="162781" y="62031"/>
                  <a:pt x="156560" y="55811"/>
                  <a:pt x="148828" y="55811"/>
                </a:cubicBezTo>
                <a:cubicBezTo>
                  <a:pt x="141096" y="55811"/>
                  <a:pt x="134875" y="62031"/>
                  <a:pt x="134875" y="69763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9" name="Text 7"/>
          <p:cNvSpPr/>
          <p:nvPr/>
        </p:nvSpPr>
        <p:spPr>
          <a:xfrm>
            <a:off x="561975" y="2546350"/>
            <a:ext cx="33258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Repetitive &amp; Time-Consuming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1975" y="2982913"/>
            <a:ext cx="3286125" cy="169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teams spend countless hours manually searching through documents to identify key clauses and terms. This repetitive work drains valuable resources that could be better spent on strategic legal matters.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1975" y="4844256"/>
            <a:ext cx="3206750" cy="6350"/>
          </a:xfrm>
          <a:custGeom>
            <a:avLst/>
            <a:gdLst/>
            <a:ahLst/>
            <a:cxnLst/>
            <a:rect l="l" t="t" r="r" b="b"/>
            <a:pathLst>
              <a:path w="3206750" h="6350">
                <a:moveTo>
                  <a:pt x="0" y="0"/>
                </a:moveTo>
                <a:lnTo>
                  <a:pt x="3206750" y="0"/>
                </a:lnTo>
                <a:lnTo>
                  <a:pt x="32067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61975" y="5006182"/>
            <a:ext cx="327620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1975" y="5204619"/>
            <a:ext cx="3296047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6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Days → Weeks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2317" y="1511300"/>
            <a:ext cx="3689350" cy="4213225"/>
          </a:xfrm>
          <a:custGeom>
            <a:avLst/>
            <a:gdLst/>
            <a:ahLst/>
            <a:cxnLst/>
            <a:rect l="l" t="t" r="r" b="b"/>
            <a:pathLst>
              <a:path w="3689350" h="4213225">
                <a:moveTo>
                  <a:pt x="119055" y="0"/>
                </a:moveTo>
                <a:lnTo>
                  <a:pt x="3570295" y="0"/>
                </a:lnTo>
                <a:cubicBezTo>
                  <a:pt x="3636047" y="0"/>
                  <a:pt x="3689350" y="53303"/>
                  <a:pt x="3689350" y="119055"/>
                </a:cubicBezTo>
                <a:lnTo>
                  <a:pt x="3689350" y="4094170"/>
                </a:lnTo>
                <a:cubicBezTo>
                  <a:pt x="3689350" y="4159922"/>
                  <a:pt x="3636047" y="4213225"/>
                  <a:pt x="3570295" y="4213225"/>
                </a:cubicBezTo>
                <a:lnTo>
                  <a:pt x="119055" y="4213225"/>
                </a:lnTo>
                <a:cubicBezTo>
                  <a:pt x="53303" y="4213225"/>
                  <a:pt x="0" y="4159922"/>
                  <a:pt x="0" y="4094170"/>
                </a:cubicBezTo>
                <a:lnTo>
                  <a:pt x="0" y="119055"/>
                </a:lnTo>
                <a:cubicBezTo>
                  <a:pt x="0" y="53347"/>
                  <a:pt x="53347" y="0"/>
                  <a:pt x="119055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3617" y="1752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62785" y="1923257"/>
            <a:ext cx="297656" cy="297656"/>
          </a:xfrm>
          <a:custGeom>
            <a:avLst/>
            <a:gdLst/>
            <a:ahLst/>
            <a:cxnLst/>
            <a:rect l="l" t="t" r="r" b="b"/>
            <a:pathLst>
              <a:path w="297656" h="297656">
                <a:moveTo>
                  <a:pt x="241846" y="120923"/>
                </a:moveTo>
                <a:cubicBezTo>
                  <a:pt x="241846" y="147607"/>
                  <a:pt x="233183" y="172257"/>
                  <a:pt x="218591" y="192256"/>
                </a:cubicBezTo>
                <a:lnTo>
                  <a:pt x="292191" y="265914"/>
                </a:lnTo>
                <a:cubicBezTo>
                  <a:pt x="299458" y="273181"/>
                  <a:pt x="299458" y="284983"/>
                  <a:pt x="292191" y="292250"/>
                </a:cubicBezTo>
                <a:cubicBezTo>
                  <a:pt x="284924" y="299517"/>
                  <a:pt x="273123" y="299517"/>
                  <a:pt x="265856" y="292250"/>
                </a:cubicBezTo>
                <a:lnTo>
                  <a:pt x="192256" y="218591"/>
                </a:lnTo>
                <a:cubicBezTo>
                  <a:pt x="172257" y="233183"/>
                  <a:pt x="147607" y="241846"/>
                  <a:pt x="120923" y="241846"/>
                </a:cubicBezTo>
                <a:cubicBezTo>
                  <a:pt x="54125" y="241846"/>
                  <a:pt x="0" y="187721"/>
                  <a:pt x="0" y="120923"/>
                </a:cubicBezTo>
                <a:cubicBezTo>
                  <a:pt x="0" y="54125"/>
                  <a:pt x="54125" y="0"/>
                  <a:pt x="120923" y="0"/>
                </a:cubicBezTo>
                <a:cubicBezTo>
                  <a:pt x="187721" y="0"/>
                  <a:pt x="241846" y="54125"/>
                  <a:pt x="241846" y="120923"/>
                </a:cubicBezTo>
                <a:close/>
                <a:moveTo>
                  <a:pt x="120923" y="204639"/>
                </a:moveTo>
                <a:cubicBezTo>
                  <a:pt x="167127" y="204639"/>
                  <a:pt x="204639" y="167127"/>
                  <a:pt x="204639" y="120923"/>
                </a:cubicBezTo>
                <a:cubicBezTo>
                  <a:pt x="204639" y="74719"/>
                  <a:pt x="167127" y="37207"/>
                  <a:pt x="120923" y="37207"/>
                </a:cubicBezTo>
                <a:cubicBezTo>
                  <a:pt x="74719" y="37207"/>
                  <a:pt x="37207" y="74719"/>
                  <a:pt x="37207" y="120923"/>
                </a:cubicBezTo>
                <a:cubicBezTo>
                  <a:pt x="37207" y="167127"/>
                  <a:pt x="74719" y="204639"/>
                  <a:pt x="120923" y="20463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7" name="Text 15"/>
          <p:cNvSpPr/>
          <p:nvPr/>
        </p:nvSpPr>
        <p:spPr>
          <a:xfrm>
            <a:off x="4493617" y="2546350"/>
            <a:ext cx="33258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 to Compare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3617" y="2982913"/>
            <a:ext cx="3286125" cy="169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multiple contracts across a portfolio is inefficient and error-prone. Legal professionals struggle to identify inconsistencies and deviations from standard templates when dealing with hundreds of agreements.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93617" y="4844256"/>
            <a:ext cx="3206750" cy="6350"/>
          </a:xfrm>
          <a:custGeom>
            <a:avLst/>
            <a:gdLst/>
            <a:ahLst/>
            <a:cxnLst/>
            <a:rect l="l" t="t" r="r" b="b"/>
            <a:pathLst>
              <a:path w="3206750" h="6350">
                <a:moveTo>
                  <a:pt x="0" y="0"/>
                </a:moveTo>
                <a:lnTo>
                  <a:pt x="3206750" y="0"/>
                </a:lnTo>
                <a:lnTo>
                  <a:pt x="32067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93617" y="5006182"/>
            <a:ext cx="327620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93617" y="5204619"/>
            <a:ext cx="3296047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6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Inconsistent Review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84058" y="1511300"/>
            <a:ext cx="3689350" cy="4213225"/>
          </a:xfrm>
          <a:custGeom>
            <a:avLst/>
            <a:gdLst/>
            <a:ahLst/>
            <a:cxnLst/>
            <a:rect l="l" t="t" r="r" b="b"/>
            <a:pathLst>
              <a:path w="3689350" h="4213225">
                <a:moveTo>
                  <a:pt x="119055" y="0"/>
                </a:moveTo>
                <a:lnTo>
                  <a:pt x="3570295" y="0"/>
                </a:lnTo>
                <a:cubicBezTo>
                  <a:pt x="3636047" y="0"/>
                  <a:pt x="3689350" y="53303"/>
                  <a:pt x="3689350" y="119055"/>
                </a:cubicBezTo>
                <a:lnTo>
                  <a:pt x="3689350" y="4094170"/>
                </a:lnTo>
                <a:cubicBezTo>
                  <a:pt x="3689350" y="4159922"/>
                  <a:pt x="3636047" y="4213225"/>
                  <a:pt x="3570295" y="4213225"/>
                </a:cubicBezTo>
                <a:lnTo>
                  <a:pt x="119055" y="4213225"/>
                </a:lnTo>
                <a:cubicBezTo>
                  <a:pt x="53303" y="4213225"/>
                  <a:pt x="0" y="4159922"/>
                  <a:pt x="0" y="4094170"/>
                </a:cubicBezTo>
                <a:lnTo>
                  <a:pt x="0" y="119055"/>
                </a:lnTo>
                <a:cubicBezTo>
                  <a:pt x="0" y="53347"/>
                  <a:pt x="53347" y="0"/>
                  <a:pt x="119055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25359" y="1752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94527" y="1923257"/>
            <a:ext cx="297656" cy="297656"/>
          </a:xfrm>
          <a:custGeom>
            <a:avLst/>
            <a:gdLst/>
            <a:ahLst/>
            <a:cxnLst/>
            <a:rect l="l" t="t" r="r" b="b"/>
            <a:pathLst>
              <a:path w="297656" h="297656">
                <a:moveTo>
                  <a:pt x="148828" y="297656"/>
                </a:moveTo>
                <a:cubicBezTo>
                  <a:pt x="230969" y="297656"/>
                  <a:pt x="297656" y="230969"/>
                  <a:pt x="297656" y="148828"/>
                </a:cubicBezTo>
                <a:cubicBezTo>
                  <a:pt x="297656" y="66688"/>
                  <a:pt x="230969" y="0"/>
                  <a:pt x="148828" y="0"/>
                </a:cubicBezTo>
                <a:cubicBezTo>
                  <a:pt x="66688" y="0"/>
                  <a:pt x="0" y="66688"/>
                  <a:pt x="0" y="148828"/>
                </a:cubicBezTo>
                <a:cubicBezTo>
                  <a:pt x="0" y="230969"/>
                  <a:pt x="66688" y="297656"/>
                  <a:pt x="148828" y="297656"/>
                </a:cubicBezTo>
                <a:close/>
                <a:moveTo>
                  <a:pt x="148828" y="79065"/>
                </a:moveTo>
                <a:cubicBezTo>
                  <a:pt x="156560" y="79065"/>
                  <a:pt x="162781" y="85285"/>
                  <a:pt x="162781" y="93018"/>
                </a:cubicBezTo>
                <a:lnTo>
                  <a:pt x="162781" y="158130"/>
                </a:lnTo>
                <a:cubicBezTo>
                  <a:pt x="162781" y="165862"/>
                  <a:pt x="156560" y="172083"/>
                  <a:pt x="148828" y="172083"/>
                </a:cubicBezTo>
                <a:cubicBezTo>
                  <a:pt x="141096" y="172083"/>
                  <a:pt x="134875" y="165862"/>
                  <a:pt x="134875" y="158130"/>
                </a:cubicBezTo>
                <a:lnTo>
                  <a:pt x="134875" y="93018"/>
                </a:lnTo>
                <a:cubicBezTo>
                  <a:pt x="134875" y="85285"/>
                  <a:pt x="141096" y="79065"/>
                  <a:pt x="148828" y="79065"/>
                </a:cubicBezTo>
                <a:close/>
                <a:moveTo>
                  <a:pt x="133306" y="204639"/>
                </a:moveTo>
                <a:cubicBezTo>
                  <a:pt x="132953" y="198877"/>
                  <a:pt x="135826" y="193395"/>
                  <a:pt x="140765" y="190408"/>
                </a:cubicBezTo>
                <a:cubicBezTo>
                  <a:pt x="145704" y="187420"/>
                  <a:pt x="151894" y="187420"/>
                  <a:pt x="156833" y="190408"/>
                </a:cubicBezTo>
                <a:cubicBezTo>
                  <a:pt x="161772" y="193395"/>
                  <a:pt x="164645" y="198877"/>
                  <a:pt x="164292" y="204639"/>
                </a:cubicBezTo>
                <a:cubicBezTo>
                  <a:pt x="164645" y="210400"/>
                  <a:pt x="161772" y="215882"/>
                  <a:pt x="156833" y="218870"/>
                </a:cubicBezTo>
                <a:cubicBezTo>
                  <a:pt x="151894" y="221857"/>
                  <a:pt x="145704" y="221857"/>
                  <a:pt x="140765" y="218870"/>
                </a:cubicBezTo>
                <a:cubicBezTo>
                  <a:pt x="135826" y="215882"/>
                  <a:pt x="132953" y="210400"/>
                  <a:pt x="133306" y="20463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5" name="Text 23"/>
          <p:cNvSpPr/>
          <p:nvPr/>
        </p:nvSpPr>
        <p:spPr>
          <a:xfrm>
            <a:off x="8425359" y="2546350"/>
            <a:ext cx="33258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of Missing Clauses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25359" y="2982913"/>
            <a:ext cx="3286125" cy="169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reviewers inevitably miss critical clauses or inconsistencies, exposing the organization to significant legal and financial liability. A single overlooked termination clause can cost millions.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25359" y="4844256"/>
            <a:ext cx="3206750" cy="6350"/>
          </a:xfrm>
          <a:custGeom>
            <a:avLst/>
            <a:gdLst/>
            <a:ahLst/>
            <a:cxnLst/>
            <a:rect l="l" t="t" r="r" b="b"/>
            <a:pathLst>
              <a:path w="3206750" h="6350">
                <a:moveTo>
                  <a:pt x="0" y="0"/>
                </a:moveTo>
                <a:lnTo>
                  <a:pt x="3206750" y="0"/>
                </a:lnTo>
                <a:lnTo>
                  <a:pt x="32067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425359" y="5006182"/>
            <a:ext cx="327620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5359" y="5204619"/>
            <a:ext cx="3296047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6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Exposure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3375" y="5965031"/>
            <a:ext cx="11541125" cy="579438"/>
          </a:xfrm>
          <a:custGeom>
            <a:avLst/>
            <a:gdLst/>
            <a:ahLst/>
            <a:cxnLst/>
            <a:rect l="l" t="t" r="r" b="b"/>
            <a:pathLst>
              <a:path w="11541125" h="579438">
                <a:moveTo>
                  <a:pt x="31750" y="0"/>
                </a:moveTo>
                <a:lnTo>
                  <a:pt x="11461748" y="0"/>
                </a:lnTo>
                <a:cubicBezTo>
                  <a:pt x="11505587" y="0"/>
                  <a:pt x="11541125" y="35538"/>
                  <a:pt x="11541125" y="79377"/>
                </a:cubicBezTo>
                <a:lnTo>
                  <a:pt x="11541125" y="500060"/>
                </a:lnTo>
                <a:cubicBezTo>
                  <a:pt x="11541125" y="543899"/>
                  <a:pt x="11505587" y="579438"/>
                  <a:pt x="11461748" y="579438"/>
                </a:cubicBezTo>
                <a:lnTo>
                  <a:pt x="31750" y="579438"/>
                </a:lnTo>
                <a:cubicBezTo>
                  <a:pt x="14227" y="579438"/>
                  <a:pt x="0" y="565211"/>
                  <a:pt x="0" y="547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3375" y="5965031"/>
            <a:ext cx="31750" cy="579438"/>
          </a:xfrm>
          <a:custGeom>
            <a:avLst/>
            <a:gdLst/>
            <a:ahLst/>
            <a:cxnLst/>
            <a:rect l="l" t="t" r="r" b="b"/>
            <a:pathLst>
              <a:path w="31750" h="579438">
                <a:moveTo>
                  <a:pt x="31750" y="0"/>
                </a:moveTo>
                <a:lnTo>
                  <a:pt x="31750" y="0"/>
                </a:lnTo>
                <a:lnTo>
                  <a:pt x="31750" y="579438"/>
                </a:lnTo>
                <a:lnTo>
                  <a:pt x="31750" y="579438"/>
                </a:lnTo>
                <a:cubicBezTo>
                  <a:pt x="14227" y="579438"/>
                  <a:pt x="0" y="565211"/>
                  <a:pt x="0" y="547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2" name="Shape 30"/>
          <p:cNvSpPr/>
          <p:nvPr/>
        </p:nvSpPr>
        <p:spPr>
          <a:xfrm>
            <a:off x="537766" y="6174581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0" y="66973"/>
                </a:moveTo>
                <a:cubicBezTo>
                  <a:pt x="0" y="46416"/>
                  <a:pt x="16650" y="29766"/>
                  <a:pt x="37207" y="29766"/>
                </a:cubicBezTo>
                <a:lnTo>
                  <a:pt x="39688" y="29766"/>
                </a:lnTo>
                <a:cubicBezTo>
                  <a:pt x="45176" y="29766"/>
                  <a:pt x="49609" y="34199"/>
                  <a:pt x="49609" y="39688"/>
                </a:cubicBezTo>
                <a:cubicBezTo>
                  <a:pt x="49609" y="45176"/>
                  <a:pt x="45176" y="49609"/>
                  <a:pt x="39688" y="49609"/>
                </a:cubicBezTo>
                <a:lnTo>
                  <a:pt x="37207" y="49609"/>
                </a:lnTo>
                <a:cubicBezTo>
                  <a:pt x="27626" y="49609"/>
                  <a:pt x="19844" y="57392"/>
                  <a:pt x="19844" y="66973"/>
                </a:cubicBezTo>
                <a:lnTo>
                  <a:pt x="19844" y="69453"/>
                </a:lnTo>
                <a:lnTo>
                  <a:pt x="39688" y="69453"/>
                </a:lnTo>
                <a:cubicBezTo>
                  <a:pt x="50633" y="69453"/>
                  <a:pt x="59531" y="78352"/>
                  <a:pt x="59531" y="89297"/>
                </a:cubicBezTo>
                <a:lnTo>
                  <a:pt x="59531" y="109141"/>
                </a:lnTo>
                <a:cubicBezTo>
                  <a:pt x="59531" y="120086"/>
                  <a:pt x="50633" y="128984"/>
                  <a:pt x="39688" y="128984"/>
                </a:cubicBezTo>
                <a:lnTo>
                  <a:pt x="19844" y="128984"/>
                </a:lnTo>
                <a:cubicBezTo>
                  <a:pt x="8899" y="128984"/>
                  <a:pt x="0" y="120086"/>
                  <a:pt x="0" y="109141"/>
                </a:cubicBezTo>
                <a:lnTo>
                  <a:pt x="0" y="66973"/>
                </a:lnTo>
                <a:close/>
                <a:moveTo>
                  <a:pt x="79375" y="66973"/>
                </a:moveTo>
                <a:cubicBezTo>
                  <a:pt x="79375" y="46416"/>
                  <a:pt x="96025" y="29766"/>
                  <a:pt x="116582" y="29766"/>
                </a:cubicBezTo>
                <a:lnTo>
                  <a:pt x="119062" y="29766"/>
                </a:lnTo>
                <a:cubicBezTo>
                  <a:pt x="124551" y="29766"/>
                  <a:pt x="128984" y="34199"/>
                  <a:pt x="128984" y="39688"/>
                </a:cubicBezTo>
                <a:cubicBezTo>
                  <a:pt x="128984" y="45176"/>
                  <a:pt x="124551" y="49609"/>
                  <a:pt x="119062" y="49609"/>
                </a:cubicBezTo>
                <a:lnTo>
                  <a:pt x="116582" y="49609"/>
                </a:lnTo>
                <a:cubicBezTo>
                  <a:pt x="107001" y="49609"/>
                  <a:pt x="99219" y="57392"/>
                  <a:pt x="99219" y="66973"/>
                </a:cubicBezTo>
                <a:lnTo>
                  <a:pt x="99219" y="69453"/>
                </a:lnTo>
                <a:lnTo>
                  <a:pt x="119062" y="69453"/>
                </a:lnTo>
                <a:cubicBezTo>
                  <a:pt x="130008" y="69453"/>
                  <a:pt x="138906" y="78352"/>
                  <a:pt x="138906" y="89297"/>
                </a:cubicBezTo>
                <a:lnTo>
                  <a:pt x="138906" y="109141"/>
                </a:lnTo>
                <a:cubicBezTo>
                  <a:pt x="138906" y="120086"/>
                  <a:pt x="130008" y="128984"/>
                  <a:pt x="119062" y="128984"/>
                </a:cubicBezTo>
                <a:lnTo>
                  <a:pt x="99219" y="128984"/>
                </a:lnTo>
                <a:cubicBezTo>
                  <a:pt x="88274" y="128984"/>
                  <a:pt x="79375" y="120086"/>
                  <a:pt x="79375" y="109141"/>
                </a:cubicBezTo>
                <a:lnTo>
                  <a:pt x="79375" y="66973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3" name="Text 31"/>
          <p:cNvSpPr/>
          <p:nvPr/>
        </p:nvSpPr>
        <p:spPr>
          <a:xfrm>
            <a:off x="817662" y="6136481"/>
            <a:ext cx="1031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Currently, legal teams manually search through documents to identify missing clauses or inconsistencies, which is time-consuming and error-prone.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364" y="1150360"/>
            <a:ext cx="432955" cy="432955"/>
          </a:xfrm>
          <a:custGeom>
            <a:avLst/>
            <a:gdLst/>
            <a:ahLst/>
            <a:cxnLst/>
            <a:rect l="l" t="t" r="r" b="b"/>
            <a:pathLst>
              <a:path w="432955" h="432955">
                <a:moveTo>
                  <a:pt x="86591" y="0"/>
                </a:moveTo>
                <a:lnTo>
                  <a:pt x="346364" y="0"/>
                </a:lnTo>
                <a:cubicBezTo>
                  <a:pt x="394186" y="0"/>
                  <a:pt x="432955" y="38768"/>
                  <a:pt x="432955" y="86591"/>
                </a:cubicBezTo>
                <a:lnTo>
                  <a:pt x="432955" y="346364"/>
                </a:lnTo>
                <a:cubicBezTo>
                  <a:pt x="432955" y="394186"/>
                  <a:pt x="394186" y="432955"/>
                  <a:pt x="346364" y="432955"/>
                </a:cubicBezTo>
                <a:lnTo>
                  <a:pt x="86591" y="432955"/>
                </a:lnTo>
                <a:cubicBezTo>
                  <a:pt x="38768" y="432955"/>
                  <a:pt x="0" y="394186"/>
                  <a:pt x="0" y="346364"/>
                </a:cubicBezTo>
                <a:lnTo>
                  <a:pt x="0" y="86591"/>
                </a:lnTo>
                <a:cubicBezTo>
                  <a:pt x="0" y="38800"/>
                  <a:pt x="38800" y="0"/>
                  <a:pt x="86591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4885" y="1271587"/>
            <a:ext cx="194830" cy="194830"/>
          </a:xfrm>
          <a:custGeom>
            <a:avLst/>
            <a:gdLst/>
            <a:ahLst/>
            <a:cxnLst/>
            <a:rect l="l" t="t" r="r" b="b"/>
            <a:pathLst>
              <a:path w="194830" h="194830">
                <a:moveTo>
                  <a:pt x="170476" y="97415"/>
                </a:moveTo>
                <a:cubicBezTo>
                  <a:pt x="170476" y="57091"/>
                  <a:pt x="137738" y="24354"/>
                  <a:pt x="97415" y="24354"/>
                </a:cubicBezTo>
                <a:cubicBezTo>
                  <a:pt x="57091" y="24354"/>
                  <a:pt x="24354" y="57091"/>
                  <a:pt x="24354" y="97415"/>
                </a:cubicBezTo>
                <a:cubicBezTo>
                  <a:pt x="24354" y="137738"/>
                  <a:pt x="57091" y="170476"/>
                  <a:pt x="97415" y="170476"/>
                </a:cubicBezTo>
                <a:cubicBezTo>
                  <a:pt x="137738" y="170476"/>
                  <a:pt x="170476" y="137738"/>
                  <a:pt x="170476" y="97415"/>
                </a:cubicBezTo>
                <a:close/>
                <a:moveTo>
                  <a:pt x="0" y="97415"/>
                </a:moveTo>
                <a:cubicBezTo>
                  <a:pt x="0" y="43650"/>
                  <a:pt x="43650" y="0"/>
                  <a:pt x="97415" y="0"/>
                </a:cubicBezTo>
                <a:cubicBezTo>
                  <a:pt x="151179" y="0"/>
                  <a:pt x="194830" y="43650"/>
                  <a:pt x="194830" y="97415"/>
                </a:cubicBezTo>
                <a:cubicBezTo>
                  <a:pt x="194830" y="151179"/>
                  <a:pt x="151179" y="194830"/>
                  <a:pt x="97415" y="194830"/>
                </a:cubicBezTo>
                <a:cubicBezTo>
                  <a:pt x="43650" y="194830"/>
                  <a:pt x="0" y="151179"/>
                  <a:pt x="0" y="97415"/>
                </a:cubicBezTo>
                <a:close/>
                <a:moveTo>
                  <a:pt x="97415" y="127857"/>
                </a:moveTo>
                <a:cubicBezTo>
                  <a:pt x="114216" y="127857"/>
                  <a:pt x="127857" y="114216"/>
                  <a:pt x="127857" y="97415"/>
                </a:cubicBezTo>
                <a:cubicBezTo>
                  <a:pt x="127857" y="80613"/>
                  <a:pt x="114216" y="66973"/>
                  <a:pt x="97415" y="66973"/>
                </a:cubicBezTo>
                <a:cubicBezTo>
                  <a:pt x="80613" y="66973"/>
                  <a:pt x="66973" y="80613"/>
                  <a:pt x="66973" y="97415"/>
                </a:cubicBezTo>
                <a:cubicBezTo>
                  <a:pt x="66973" y="114216"/>
                  <a:pt x="80613" y="127857"/>
                  <a:pt x="97415" y="127857"/>
                </a:cubicBezTo>
                <a:close/>
                <a:moveTo>
                  <a:pt x="97415" y="42619"/>
                </a:moveTo>
                <a:cubicBezTo>
                  <a:pt x="127657" y="42619"/>
                  <a:pt x="152211" y="67172"/>
                  <a:pt x="152211" y="97415"/>
                </a:cubicBezTo>
                <a:cubicBezTo>
                  <a:pt x="152211" y="127657"/>
                  <a:pt x="127657" y="152211"/>
                  <a:pt x="97415" y="152211"/>
                </a:cubicBezTo>
                <a:cubicBezTo>
                  <a:pt x="67172" y="152211"/>
                  <a:pt x="42619" y="127657"/>
                  <a:pt x="42619" y="97415"/>
                </a:cubicBezTo>
                <a:cubicBezTo>
                  <a:pt x="42619" y="67172"/>
                  <a:pt x="67172" y="42619"/>
                  <a:pt x="97415" y="42619"/>
                </a:cubicBezTo>
                <a:close/>
                <a:moveTo>
                  <a:pt x="85238" y="97415"/>
                </a:moveTo>
                <a:cubicBezTo>
                  <a:pt x="85238" y="90694"/>
                  <a:pt x="90694" y="85238"/>
                  <a:pt x="97415" y="85238"/>
                </a:cubicBezTo>
                <a:cubicBezTo>
                  <a:pt x="104135" y="85238"/>
                  <a:pt x="109592" y="90694"/>
                  <a:pt x="109592" y="97415"/>
                </a:cubicBezTo>
                <a:cubicBezTo>
                  <a:pt x="109592" y="104135"/>
                  <a:pt x="104135" y="109592"/>
                  <a:pt x="97415" y="109592"/>
                </a:cubicBezTo>
                <a:cubicBezTo>
                  <a:pt x="90694" y="109592"/>
                  <a:pt x="85238" y="104135"/>
                  <a:pt x="85238" y="97415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909205" y="1236951"/>
            <a:ext cx="1506682" cy="25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4" b="1" spc="68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6364" y="1713201"/>
            <a:ext cx="3749386" cy="1948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91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Intelligent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091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Contract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091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827" y="3924734"/>
            <a:ext cx="3479223" cy="1782041"/>
          </a:xfrm>
          <a:custGeom>
            <a:avLst/>
            <a:gdLst/>
            <a:ahLst/>
            <a:cxnLst/>
            <a:rect l="l" t="t" r="r" b="b"/>
            <a:pathLst>
              <a:path w="3479223" h="1782041">
                <a:moveTo>
                  <a:pt x="129893" y="0"/>
                </a:moveTo>
                <a:lnTo>
                  <a:pt x="3349330" y="0"/>
                </a:lnTo>
                <a:cubicBezTo>
                  <a:pt x="3421068" y="0"/>
                  <a:pt x="3479223" y="58155"/>
                  <a:pt x="3479223" y="129893"/>
                </a:cubicBezTo>
                <a:lnTo>
                  <a:pt x="3479223" y="1652148"/>
                </a:lnTo>
                <a:cubicBezTo>
                  <a:pt x="3479223" y="1723886"/>
                  <a:pt x="3421068" y="1782041"/>
                  <a:pt x="3349330" y="1782041"/>
                </a:cubicBezTo>
                <a:lnTo>
                  <a:pt x="129893" y="1782041"/>
                </a:lnTo>
                <a:cubicBezTo>
                  <a:pt x="58203" y="1782041"/>
                  <a:pt x="0" y="1723838"/>
                  <a:pt x="0" y="1652148"/>
                </a:cubicBezTo>
                <a:lnTo>
                  <a:pt x="0" y="129893"/>
                </a:lnTo>
                <a:cubicBezTo>
                  <a:pt x="0" y="58203"/>
                  <a:pt x="58203" y="0"/>
                  <a:pt x="12989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3064" y="4187971"/>
            <a:ext cx="3028517" cy="21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3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MISSION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3064" y="4491039"/>
            <a:ext cx="305016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4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goal is to build a system that can analyze contracts at scale and surface actionable insights.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2882" y="349827"/>
            <a:ext cx="3721677" cy="2994314"/>
          </a:xfrm>
          <a:custGeom>
            <a:avLst/>
            <a:gdLst/>
            <a:ahLst/>
            <a:cxnLst/>
            <a:rect l="l" t="t" r="r" b="b"/>
            <a:pathLst>
              <a:path w="3721677" h="2994314">
                <a:moveTo>
                  <a:pt x="129893" y="0"/>
                </a:moveTo>
                <a:lnTo>
                  <a:pt x="3591784" y="0"/>
                </a:lnTo>
                <a:cubicBezTo>
                  <a:pt x="3663522" y="0"/>
                  <a:pt x="3721677" y="58155"/>
                  <a:pt x="3721677" y="129893"/>
                </a:cubicBezTo>
                <a:lnTo>
                  <a:pt x="3721677" y="2864420"/>
                </a:lnTo>
                <a:cubicBezTo>
                  <a:pt x="3721677" y="2936158"/>
                  <a:pt x="3663522" y="2994314"/>
                  <a:pt x="3591784" y="2994314"/>
                </a:cubicBezTo>
                <a:lnTo>
                  <a:pt x="129893" y="2994314"/>
                </a:lnTo>
                <a:cubicBezTo>
                  <a:pt x="58155" y="2994314"/>
                  <a:pt x="0" y="2936158"/>
                  <a:pt x="0" y="2864420"/>
                </a:cubicBezTo>
                <a:lnTo>
                  <a:pt x="0" y="129893"/>
                </a:lnTo>
                <a:cubicBezTo>
                  <a:pt x="0" y="58203"/>
                  <a:pt x="58203" y="0"/>
                  <a:pt x="129893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6119" y="1414030"/>
            <a:ext cx="865909" cy="865909"/>
          </a:xfrm>
          <a:custGeom>
            <a:avLst/>
            <a:gdLst/>
            <a:ahLst/>
            <a:cxnLst/>
            <a:rect l="l" t="t" r="r" b="b"/>
            <a:pathLst>
              <a:path w="865909" h="865909">
                <a:moveTo>
                  <a:pt x="129886" y="0"/>
                </a:moveTo>
                <a:lnTo>
                  <a:pt x="736023" y="0"/>
                </a:lnTo>
                <a:cubicBezTo>
                  <a:pt x="807709" y="0"/>
                  <a:pt x="865909" y="58200"/>
                  <a:pt x="865909" y="129886"/>
                </a:cubicBezTo>
                <a:lnTo>
                  <a:pt x="865909" y="736023"/>
                </a:lnTo>
                <a:cubicBezTo>
                  <a:pt x="865909" y="807709"/>
                  <a:pt x="807709" y="865909"/>
                  <a:pt x="736023" y="865909"/>
                </a:cubicBezTo>
                <a:lnTo>
                  <a:pt x="129886" y="865909"/>
                </a:lnTo>
                <a:cubicBezTo>
                  <a:pt x="58200" y="865909"/>
                  <a:pt x="0" y="807709"/>
                  <a:pt x="0" y="736023"/>
                </a:cubicBezTo>
                <a:lnTo>
                  <a:pt x="0" y="129886"/>
                </a:lnTo>
                <a:cubicBezTo>
                  <a:pt x="0" y="58152"/>
                  <a:pt x="58152" y="0"/>
                  <a:pt x="129886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76667" y="1686791"/>
            <a:ext cx="405895" cy="324716"/>
          </a:xfrm>
          <a:custGeom>
            <a:avLst/>
            <a:gdLst/>
            <a:ahLst/>
            <a:cxnLst/>
            <a:rect l="l" t="t" r="r" b="b"/>
            <a:pathLst>
              <a:path w="405895" h="324716">
                <a:moveTo>
                  <a:pt x="223242" y="0"/>
                </a:moveTo>
                <a:cubicBezTo>
                  <a:pt x="223242" y="-11226"/>
                  <a:pt x="214173" y="-20295"/>
                  <a:pt x="202947" y="-20295"/>
                </a:cubicBezTo>
                <a:cubicBezTo>
                  <a:pt x="191722" y="-20295"/>
                  <a:pt x="182653" y="-11226"/>
                  <a:pt x="182653" y="0"/>
                </a:cubicBezTo>
                <a:lnTo>
                  <a:pt x="182653" y="40589"/>
                </a:lnTo>
                <a:lnTo>
                  <a:pt x="121768" y="40589"/>
                </a:lnTo>
                <a:cubicBezTo>
                  <a:pt x="88155" y="40589"/>
                  <a:pt x="60884" y="67861"/>
                  <a:pt x="60884" y="101474"/>
                </a:cubicBezTo>
                <a:lnTo>
                  <a:pt x="60884" y="243537"/>
                </a:lnTo>
                <a:cubicBezTo>
                  <a:pt x="60884" y="277150"/>
                  <a:pt x="88155" y="304421"/>
                  <a:pt x="121768" y="304421"/>
                </a:cubicBezTo>
                <a:lnTo>
                  <a:pt x="284126" y="304421"/>
                </a:lnTo>
                <a:cubicBezTo>
                  <a:pt x="317740" y="304421"/>
                  <a:pt x="345011" y="277150"/>
                  <a:pt x="345011" y="243537"/>
                </a:cubicBezTo>
                <a:lnTo>
                  <a:pt x="345011" y="101474"/>
                </a:lnTo>
                <a:cubicBezTo>
                  <a:pt x="345011" y="67861"/>
                  <a:pt x="317740" y="40589"/>
                  <a:pt x="284126" y="40589"/>
                </a:cubicBezTo>
                <a:lnTo>
                  <a:pt x="223242" y="40589"/>
                </a:lnTo>
                <a:lnTo>
                  <a:pt x="223242" y="0"/>
                </a:lnTo>
                <a:close/>
                <a:moveTo>
                  <a:pt x="101474" y="233390"/>
                </a:moveTo>
                <a:cubicBezTo>
                  <a:pt x="101474" y="224955"/>
                  <a:pt x="108260" y="218169"/>
                  <a:pt x="116695" y="218169"/>
                </a:cubicBezTo>
                <a:lnTo>
                  <a:pt x="136990" y="218169"/>
                </a:lnTo>
                <a:cubicBezTo>
                  <a:pt x="145425" y="218169"/>
                  <a:pt x="152211" y="224955"/>
                  <a:pt x="152211" y="233390"/>
                </a:cubicBezTo>
                <a:cubicBezTo>
                  <a:pt x="152211" y="241825"/>
                  <a:pt x="145425" y="248611"/>
                  <a:pt x="136990" y="248611"/>
                </a:cubicBezTo>
                <a:lnTo>
                  <a:pt x="116695" y="248611"/>
                </a:lnTo>
                <a:cubicBezTo>
                  <a:pt x="108260" y="248611"/>
                  <a:pt x="101474" y="241825"/>
                  <a:pt x="101474" y="233390"/>
                </a:cubicBezTo>
                <a:close/>
                <a:moveTo>
                  <a:pt x="177579" y="233390"/>
                </a:moveTo>
                <a:cubicBezTo>
                  <a:pt x="177579" y="224955"/>
                  <a:pt x="184365" y="218169"/>
                  <a:pt x="192800" y="218169"/>
                </a:cubicBezTo>
                <a:lnTo>
                  <a:pt x="213095" y="218169"/>
                </a:lnTo>
                <a:cubicBezTo>
                  <a:pt x="221530" y="218169"/>
                  <a:pt x="228316" y="224955"/>
                  <a:pt x="228316" y="233390"/>
                </a:cubicBezTo>
                <a:cubicBezTo>
                  <a:pt x="228316" y="241825"/>
                  <a:pt x="221530" y="248611"/>
                  <a:pt x="213095" y="248611"/>
                </a:cubicBezTo>
                <a:lnTo>
                  <a:pt x="192800" y="248611"/>
                </a:lnTo>
                <a:cubicBezTo>
                  <a:pt x="184365" y="248611"/>
                  <a:pt x="177579" y="241825"/>
                  <a:pt x="177579" y="233390"/>
                </a:cubicBezTo>
                <a:close/>
                <a:moveTo>
                  <a:pt x="253684" y="233390"/>
                </a:moveTo>
                <a:cubicBezTo>
                  <a:pt x="253684" y="224955"/>
                  <a:pt x="260470" y="218169"/>
                  <a:pt x="268905" y="218169"/>
                </a:cubicBezTo>
                <a:lnTo>
                  <a:pt x="289200" y="218169"/>
                </a:lnTo>
                <a:cubicBezTo>
                  <a:pt x="297635" y="218169"/>
                  <a:pt x="304421" y="224955"/>
                  <a:pt x="304421" y="233390"/>
                </a:cubicBezTo>
                <a:cubicBezTo>
                  <a:pt x="304421" y="241825"/>
                  <a:pt x="297635" y="248611"/>
                  <a:pt x="289200" y="248611"/>
                </a:cubicBezTo>
                <a:lnTo>
                  <a:pt x="268905" y="248611"/>
                </a:lnTo>
                <a:cubicBezTo>
                  <a:pt x="260470" y="248611"/>
                  <a:pt x="253684" y="241825"/>
                  <a:pt x="253684" y="233390"/>
                </a:cubicBezTo>
                <a:close/>
                <a:moveTo>
                  <a:pt x="142063" y="111621"/>
                </a:moveTo>
                <a:cubicBezTo>
                  <a:pt x="158865" y="111621"/>
                  <a:pt x="172505" y="125262"/>
                  <a:pt x="172505" y="142063"/>
                </a:cubicBezTo>
                <a:cubicBezTo>
                  <a:pt x="172505" y="158865"/>
                  <a:pt x="158865" y="172505"/>
                  <a:pt x="142063" y="172505"/>
                </a:cubicBezTo>
                <a:cubicBezTo>
                  <a:pt x="125262" y="172505"/>
                  <a:pt x="111621" y="158865"/>
                  <a:pt x="111621" y="142063"/>
                </a:cubicBezTo>
                <a:cubicBezTo>
                  <a:pt x="111621" y="125262"/>
                  <a:pt x="125262" y="111621"/>
                  <a:pt x="142063" y="111621"/>
                </a:cubicBezTo>
                <a:close/>
                <a:moveTo>
                  <a:pt x="233390" y="142063"/>
                </a:moveTo>
                <a:cubicBezTo>
                  <a:pt x="233390" y="125262"/>
                  <a:pt x="247030" y="111621"/>
                  <a:pt x="263832" y="111621"/>
                </a:cubicBezTo>
                <a:cubicBezTo>
                  <a:pt x="280633" y="111621"/>
                  <a:pt x="294274" y="125262"/>
                  <a:pt x="294274" y="142063"/>
                </a:cubicBezTo>
                <a:cubicBezTo>
                  <a:pt x="294274" y="158865"/>
                  <a:pt x="280633" y="172505"/>
                  <a:pt x="263832" y="172505"/>
                </a:cubicBezTo>
                <a:cubicBezTo>
                  <a:pt x="247030" y="172505"/>
                  <a:pt x="233390" y="158865"/>
                  <a:pt x="233390" y="142063"/>
                </a:cubicBezTo>
                <a:close/>
                <a:moveTo>
                  <a:pt x="40589" y="142063"/>
                </a:moveTo>
                <a:cubicBezTo>
                  <a:pt x="40589" y="130838"/>
                  <a:pt x="31520" y="121768"/>
                  <a:pt x="20295" y="121768"/>
                </a:cubicBezTo>
                <a:cubicBezTo>
                  <a:pt x="9069" y="121768"/>
                  <a:pt x="0" y="130838"/>
                  <a:pt x="0" y="142063"/>
                </a:cubicBezTo>
                <a:lnTo>
                  <a:pt x="0" y="202947"/>
                </a:lnTo>
                <a:cubicBezTo>
                  <a:pt x="0" y="214173"/>
                  <a:pt x="9069" y="223242"/>
                  <a:pt x="20295" y="223242"/>
                </a:cubicBezTo>
                <a:cubicBezTo>
                  <a:pt x="31520" y="223242"/>
                  <a:pt x="40589" y="214173"/>
                  <a:pt x="40589" y="202947"/>
                </a:cubicBezTo>
                <a:lnTo>
                  <a:pt x="40589" y="142063"/>
                </a:lnTo>
                <a:close/>
                <a:moveTo>
                  <a:pt x="385600" y="121768"/>
                </a:moveTo>
                <a:cubicBezTo>
                  <a:pt x="374375" y="121768"/>
                  <a:pt x="365305" y="130838"/>
                  <a:pt x="365305" y="142063"/>
                </a:cubicBezTo>
                <a:lnTo>
                  <a:pt x="365305" y="202947"/>
                </a:lnTo>
                <a:cubicBezTo>
                  <a:pt x="365305" y="214173"/>
                  <a:pt x="374375" y="223242"/>
                  <a:pt x="385600" y="223242"/>
                </a:cubicBezTo>
                <a:cubicBezTo>
                  <a:pt x="396826" y="223242"/>
                  <a:pt x="405895" y="214173"/>
                  <a:pt x="405895" y="202947"/>
                </a:cubicBezTo>
                <a:lnTo>
                  <a:pt x="405895" y="142063"/>
                </a:lnTo>
                <a:cubicBezTo>
                  <a:pt x="405895" y="130838"/>
                  <a:pt x="396826" y="121768"/>
                  <a:pt x="385600" y="12176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2" name="Text 10"/>
          <p:cNvSpPr/>
          <p:nvPr/>
        </p:nvSpPr>
        <p:spPr>
          <a:xfrm>
            <a:off x="5528505" y="613064"/>
            <a:ext cx="2242705" cy="69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Contract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28505" y="1392382"/>
            <a:ext cx="2199409" cy="168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AI to process contracts at scale, eliminating manual document review and accelerating turnaround times from days to hours.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4176" y="349827"/>
            <a:ext cx="3721677" cy="2994314"/>
          </a:xfrm>
          <a:custGeom>
            <a:avLst/>
            <a:gdLst/>
            <a:ahLst/>
            <a:cxnLst/>
            <a:rect l="l" t="t" r="r" b="b"/>
            <a:pathLst>
              <a:path w="3721677" h="2994314">
                <a:moveTo>
                  <a:pt x="129893" y="0"/>
                </a:moveTo>
                <a:lnTo>
                  <a:pt x="3591784" y="0"/>
                </a:lnTo>
                <a:cubicBezTo>
                  <a:pt x="3663522" y="0"/>
                  <a:pt x="3721677" y="58155"/>
                  <a:pt x="3721677" y="129893"/>
                </a:cubicBezTo>
                <a:lnTo>
                  <a:pt x="3721677" y="2864420"/>
                </a:lnTo>
                <a:cubicBezTo>
                  <a:pt x="3721677" y="2936158"/>
                  <a:pt x="3663522" y="2994314"/>
                  <a:pt x="3591784" y="2994314"/>
                </a:cubicBezTo>
                <a:lnTo>
                  <a:pt x="129893" y="2994314"/>
                </a:lnTo>
                <a:cubicBezTo>
                  <a:pt x="58155" y="2994314"/>
                  <a:pt x="0" y="2936158"/>
                  <a:pt x="0" y="2864420"/>
                </a:cubicBezTo>
                <a:lnTo>
                  <a:pt x="0" y="129893"/>
                </a:lnTo>
                <a:cubicBezTo>
                  <a:pt x="0" y="58203"/>
                  <a:pt x="58203" y="0"/>
                  <a:pt x="129893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7412" y="1414030"/>
            <a:ext cx="865909" cy="865909"/>
          </a:xfrm>
          <a:custGeom>
            <a:avLst/>
            <a:gdLst/>
            <a:ahLst/>
            <a:cxnLst/>
            <a:rect l="l" t="t" r="r" b="b"/>
            <a:pathLst>
              <a:path w="865909" h="865909">
                <a:moveTo>
                  <a:pt x="129886" y="0"/>
                </a:moveTo>
                <a:lnTo>
                  <a:pt x="736023" y="0"/>
                </a:lnTo>
                <a:cubicBezTo>
                  <a:pt x="807709" y="0"/>
                  <a:pt x="865909" y="58200"/>
                  <a:pt x="865909" y="129886"/>
                </a:cubicBezTo>
                <a:lnTo>
                  <a:pt x="865909" y="736023"/>
                </a:lnTo>
                <a:cubicBezTo>
                  <a:pt x="865909" y="807709"/>
                  <a:pt x="807709" y="865909"/>
                  <a:pt x="736023" y="865909"/>
                </a:cubicBezTo>
                <a:lnTo>
                  <a:pt x="129886" y="865909"/>
                </a:lnTo>
                <a:cubicBezTo>
                  <a:pt x="58200" y="865909"/>
                  <a:pt x="0" y="807709"/>
                  <a:pt x="0" y="736023"/>
                </a:cubicBezTo>
                <a:lnTo>
                  <a:pt x="0" y="129886"/>
                </a:lnTo>
                <a:cubicBezTo>
                  <a:pt x="0" y="58152"/>
                  <a:pt x="58152" y="0"/>
                  <a:pt x="129886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658550" y="1686791"/>
            <a:ext cx="324716" cy="324716"/>
          </a:xfrm>
          <a:custGeom>
            <a:avLst/>
            <a:gdLst/>
            <a:ahLst/>
            <a:cxnLst/>
            <a:rect l="l" t="t" r="r" b="b"/>
            <a:pathLst>
              <a:path w="324716" h="324716">
                <a:moveTo>
                  <a:pt x="263832" y="131916"/>
                </a:moveTo>
                <a:cubicBezTo>
                  <a:pt x="263832" y="161026"/>
                  <a:pt x="254382" y="187917"/>
                  <a:pt x="238463" y="209733"/>
                </a:cubicBezTo>
                <a:lnTo>
                  <a:pt x="318754" y="290088"/>
                </a:lnTo>
                <a:cubicBezTo>
                  <a:pt x="326682" y="298016"/>
                  <a:pt x="326682" y="310890"/>
                  <a:pt x="318754" y="318818"/>
                </a:cubicBezTo>
                <a:cubicBezTo>
                  <a:pt x="310827" y="326745"/>
                  <a:pt x="297952" y="326745"/>
                  <a:pt x="290025" y="318818"/>
                </a:cubicBezTo>
                <a:lnTo>
                  <a:pt x="209733" y="238463"/>
                </a:lnTo>
                <a:cubicBezTo>
                  <a:pt x="187917" y="254382"/>
                  <a:pt x="161026" y="263832"/>
                  <a:pt x="131916" y="263832"/>
                </a:cubicBezTo>
                <a:cubicBezTo>
                  <a:pt x="59045" y="263832"/>
                  <a:pt x="0" y="204787"/>
                  <a:pt x="0" y="131916"/>
                </a:cubicBezTo>
                <a:cubicBezTo>
                  <a:pt x="0" y="59045"/>
                  <a:pt x="59045" y="0"/>
                  <a:pt x="131916" y="0"/>
                </a:cubicBezTo>
                <a:cubicBezTo>
                  <a:pt x="204787" y="0"/>
                  <a:pt x="263832" y="59045"/>
                  <a:pt x="263832" y="131916"/>
                </a:cubicBezTo>
                <a:close/>
                <a:moveTo>
                  <a:pt x="131916" y="71032"/>
                </a:moveTo>
                <a:cubicBezTo>
                  <a:pt x="123481" y="71032"/>
                  <a:pt x="116695" y="77818"/>
                  <a:pt x="116695" y="86253"/>
                </a:cubicBezTo>
                <a:lnTo>
                  <a:pt x="116695" y="116695"/>
                </a:lnTo>
                <a:lnTo>
                  <a:pt x="86253" y="116695"/>
                </a:lnTo>
                <a:cubicBezTo>
                  <a:pt x="77818" y="116695"/>
                  <a:pt x="71032" y="123481"/>
                  <a:pt x="71032" y="131916"/>
                </a:cubicBezTo>
                <a:cubicBezTo>
                  <a:pt x="71032" y="140351"/>
                  <a:pt x="77818" y="147137"/>
                  <a:pt x="86253" y="147137"/>
                </a:cubicBezTo>
                <a:lnTo>
                  <a:pt x="116695" y="147137"/>
                </a:lnTo>
                <a:lnTo>
                  <a:pt x="116695" y="177579"/>
                </a:lnTo>
                <a:cubicBezTo>
                  <a:pt x="116695" y="186014"/>
                  <a:pt x="123481" y="192800"/>
                  <a:pt x="131916" y="192800"/>
                </a:cubicBezTo>
                <a:cubicBezTo>
                  <a:pt x="140351" y="192800"/>
                  <a:pt x="147137" y="186014"/>
                  <a:pt x="147137" y="177579"/>
                </a:cubicBezTo>
                <a:lnTo>
                  <a:pt x="147137" y="147137"/>
                </a:lnTo>
                <a:lnTo>
                  <a:pt x="177579" y="147137"/>
                </a:lnTo>
                <a:cubicBezTo>
                  <a:pt x="186014" y="147137"/>
                  <a:pt x="192800" y="140351"/>
                  <a:pt x="192800" y="131916"/>
                </a:cubicBezTo>
                <a:cubicBezTo>
                  <a:pt x="192800" y="123481"/>
                  <a:pt x="186014" y="116695"/>
                  <a:pt x="177579" y="116695"/>
                </a:cubicBezTo>
                <a:lnTo>
                  <a:pt x="147137" y="116695"/>
                </a:lnTo>
                <a:lnTo>
                  <a:pt x="147137" y="86253"/>
                </a:lnTo>
                <a:cubicBezTo>
                  <a:pt x="147137" y="77818"/>
                  <a:pt x="140351" y="71032"/>
                  <a:pt x="131916" y="71032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7" name="Text 15"/>
          <p:cNvSpPr/>
          <p:nvPr/>
        </p:nvSpPr>
        <p:spPr>
          <a:xfrm>
            <a:off x="9469798" y="613064"/>
            <a:ext cx="2242705" cy="69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Missing Clauses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69798" y="1392382"/>
            <a:ext cx="2199409" cy="168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detect absent or incomplete clauses across entire contract portfolios, ensuring comprehensive coverage and compliance.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82882" y="3540702"/>
            <a:ext cx="3721677" cy="2994314"/>
          </a:xfrm>
          <a:custGeom>
            <a:avLst/>
            <a:gdLst/>
            <a:ahLst/>
            <a:cxnLst/>
            <a:rect l="l" t="t" r="r" b="b"/>
            <a:pathLst>
              <a:path w="3721677" h="2994314">
                <a:moveTo>
                  <a:pt x="129893" y="0"/>
                </a:moveTo>
                <a:lnTo>
                  <a:pt x="3591784" y="0"/>
                </a:lnTo>
                <a:cubicBezTo>
                  <a:pt x="3663522" y="0"/>
                  <a:pt x="3721677" y="58155"/>
                  <a:pt x="3721677" y="129893"/>
                </a:cubicBezTo>
                <a:lnTo>
                  <a:pt x="3721677" y="2864420"/>
                </a:lnTo>
                <a:cubicBezTo>
                  <a:pt x="3721677" y="2936158"/>
                  <a:pt x="3663522" y="2994314"/>
                  <a:pt x="3591784" y="2994314"/>
                </a:cubicBezTo>
                <a:lnTo>
                  <a:pt x="129893" y="2994314"/>
                </a:lnTo>
                <a:cubicBezTo>
                  <a:pt x="58155" y="2994314"/>
                  <a:pt x="0" y="2936158"/>
                  <a:pt x="0" y="2864420"/>
                </a:cubicBezTo>
                <a:lnTo>
                  <a:pt x="0" y="129893"/>
                </a:lnTo>
                <a:cubicBezTo>
                  <a:pt x="0" y="58203"/>
                  <a:pt x="58203" y="0"/>
                  <a:pt x="129893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6119" y="4604905"/>
            <a:ext cx="865909" cy="865909"/>
          </a:xfrm>
          <a:custGeom>
            <a:avLst/>
            <a:gdLst/>
            <a:ahLst/>
            <a:cxnLst/>
            <a:rect l="l" t="t" r="r" b="b"/>
            <a:pathLst>
              <a:path w="865909" h="865909">
                <a:moveTo>
                  <a:pt x="129886" y="0"/>
                </a:moveTo>
                <a:lnTo>
                  <a:pt x="736023" y="0"/>
                </a:lnTo>
                <a:cubicBezTo>
                  <a:pt x="807709" y="0"/>
                  <a:pt x="865909" y="58200"/>
                  <a:pt x="865909" y="129886"/>
                </a:cubicBezTo>
                <a:lnTo>
                  <a:pt x="865909" y="736023"/>
                </a:lnTo>
                <a:cubicBezTo>
                  <a:pt x="865909" y="807709"/>
                  <a:pt x="807709" y="865909"/>
                  <a:pt x="736023" y="865909"/>
                </a:cubicBezTo>
                <a:lnTo>
                  <a:pt x="129886" y="865909"/>
                </a:lnTo>
                <a:cubicBezTo>
                  <a:pt x="58200" y="865909"/>
                  <a:pt x="0" y="807709"/>
                  <a:pt x="0" y="736023"/>
                </a:cubicBezTo>
                <a:lnTo>
                  <a:pt x="0" y="129886"/>
                </a:lnTo>
                <a:cubicBezTo>
                  <a:pt x="0" y="58152"/>
                  <a:pt x="58152" y="0"/>
                  <a:pt x="129886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17256" y="4877666"/>
            <a:ext cx="324716" cy="324716"/>
          </a:xfrm>
          <a:custGeom>
            <a:avLst/>
            <a:gdLst/>
            <a:ahLst/>
            <a:cxnLst/>
            <a:rect l="l" t="t" r="r" b="b"/>
            <a:pathLst>
              <a:path w="324716" h="324716">
                <a:moveTo>
                  <a:pt x="126081" y="1142"/>
                </a:moveTo>
                <a:cubicBezTo>
                  <a:pt x="131789" y="-1205"/>
                  <a:pt x="138321" y="63"/>
                  <a:pt x="142697" y="4439"/>
                </a:cubicBezTo>
                <a:lnTo>
                  <a:pt x="178213" y="39955"/>
                </a:lnTo>
                <a:cubicBezTo>
                  <a:pt x="184175" y="45917"/>
                  <a:pt x="184175" y="55557"/>
                  <a:pt x="178213" y="61455"/>
                </a:cubicBezTo>
                <a:lnTo>
                  <a:pt x="142697" y="96971"/>
                </a:lnTo>
                <a:cubicBezTo>
                  <a:pt x="138321" y="101347"/>
                  <a:pt x="131789" y="102615"/>
                  <a:pt x="126081" y="100269"/>
                </a:cubicBezTo>
                <a:cubicBezTo>
                  <a:pt x="120373" y="97922"/>
                  <a:pt x="116695" y="92405"/>
                  <a:pt x="116695" y="86253"/>
                </a:cubicBezTo>
                <a:lnTo>
                  <a:pt x="116695" y="71032"/>
                </a:lnTo>
                <a:lnTo>
                  <a:pt x="101474" y="71032"/>
                </a:lnTo>
                <a:cubicBezTo>
                  <a:pt x="90248" y="71032"/>
                  <a:pt x="81179" y="80101"/>
                  <a:pt x="81179" y="91326"/>
                </a:cubicBezTo>
                <a:lnTo>
                  <a:pt x="81179" y="227491"/>
                </a:lnTo>
                <a:cubicBezTo>
                  <a:pt x="99127" y="235292"/>
                  <a:pt x="111621" y="253177"/>
                  <a:pt x="111621" y="273979"/>
                </a:cubicBezTo>
                <a:cubicBezTo>
                  <a:pt x="111621" y="302011"/>
                  <a:pt x="88916" y="324716"/>
                  <a:pt x="60884" y="324716"/>
                </a:cubicBezTo>
                <a:cubicBezTo>
                  <a:pt x="32852" y="324716"/>
                  <a:pt x="10147" y="302011"/>
                  <a:pt x="10147" y="273979"/>
                </a:cubicBezTo>
                <a:cubicBezTo>
                  <a:pt x="10147" y="253177"/>
                  <a:pt x="22641" y="235292"/>
                  <a:pt x="40589" y="227491"/>
                </a:cubicBezTo>
                <a:lnTo>
                  <a:pt x="40589" y="91326"/>
                </a:lnTo>
                <a:cubicBezTo>
                  <a:pt x="40589" y="57713"/>
                  <a:pt x="67861" y="30442"/>
                  <a:pt x="101474" y="30442"/>
                </a:cubicBezTo>
                <a:lnTo>
                  <a:pt x="116695" y="30442"/>
                </a:lnTo>
                <a:lnTo>
                  <a:pt x="116695" y="15221"/>
                </a:lnTo>
                <a:cubicBezTo>
                  <a:pt x="116695" y="9069"/>
                  <a:pt x="120373" y="3488"/>
                  <a:pt x="126081" y="1142"/>
                </a:cubicBezTo>
                <a:close/>
                <a:moveTo>
                  <a:pt x="248611" y="50737"/>
                </a:moveTo>
                <a:cubicBezTo>
                  <a:pt x="248611" y="59138"/>
                  <a:pt x="255431" y="65958"/>
                  <a:pt x="263832" y="65958"/>
                </a:cubicBezTo>
                <a:cubicBezTo>
                  <a:pt x="272232" y="65958"/>
                  <a:pt x="279053" y="59138"/>
                  <a:pt x="279053" y="50737"/>
                </a:cubicBezTo>
                <a:cubicBezTo>
                  <a:pt x="279053" y="42336"/>
                  <a:pt x="272232" y="35516"/>
                  <a:pt x="263832" y="35516"/>
                </a:cubicBezTo>
                <a:cubicBezTo>
                  <a:pt x="255431" y="35516"/>
                  <a:pt x="248611" y="42336"/>
                  <a:pt x="248611" y="50737"/>
                </a:cubicBezTo>
                <a:close/>
                <a:moveTo>
                  <a:pt x="243537" y="97225"/>
                </a:moveTo>
                <a:cubicBezTo>
                  <a:pt x="225589" y="89424"/>
                  <a:pt x="213095" y="71539"/>
                  <a:pt x="213095" y="50737"/>
                </a:cubicBezTo>
                <a:cubicBezTo>
                  <a:pt x="213095" y="22705"/>
                  <a:pt x="235800" y="0"/>
                  <a:pt x="263832" y="0"/>
                </a:cubicBezTo>
                <a:cubicBezTo>
                  <a:pt x="291864" y="0"/>
                  <a:pt x="314569" y="22705"/>
                  <a:pt x="314569" y="50737"/>
                </a:cubicBezTo>
                <a:cubicBezTo>
                  <a:pt x="314569" y="71539"/>
                  <a:pt x="302075" y="89424"/>
                  <a:pt x="284126" y="97225"/>
                </a:cubicBezTo>
                <a:lnTo>
                  <a:pt x="284126" y="233390"/>
                </a:lnTo>
                <a:cubicBezTo>
                  <a:pt x="284126" y="267003"/>
                  <a:pt x="256855" y="294274"/>
                  <a:pt x="223242" y="294274"/>
                </a:cubicBezTo>
                <a:lnTo>
                  <a:pt x="208021" y="294274"/>
                </a:lnTo>
                <a:lnTo>
                  <a:pt x="208021" y="309495"/>
                </a:lnTo>
                <a:cubicBezTo>
                  <a:pt x="208021" y="315647"/>
                  <a:pt x="204343" y="321228"/>
                  <a:pt x="198635" y="323574"/>
                </a:cubicBezTo>
                <a:cubicBezTo>
                  <a:pt x="192927" y="325921"/>
                  <a:pt x="186395" y="324652"/>
                  <a:pt x="182018" y="320276"/>
                </a:cubicBezTo>
                <a:lnTo>
                  <a:pt x="146503" y="284761"/>
                </a:lnTo>
                <a:cubicBezTo>
                  <a:pt x="140541" y="278799"/>
                  <a:pt x="140541" y="269159"/>
                  <a:pt x="146503" y="263261"/>
                </a:cubicBezTo>
                <a:lnTo>
                  <a:pt x="182018" y="227745"/>
                </a:lnTo>
                <a:cubicBezTo>
                  <a:pt x="186395" y="223369"/>
                  <a:pt x="192927" y="222101"/>
                  <a:pt x="198635" y="224447"/>
                </a:cubicBezTo>
                <a:cubicBezTo>
                  <a:pt x="204343" y="226794"/>
                  <a:pt x="208021" y="232311"/>
                  <a:pt x="208021" y="238463"/>
                </a:cubicBezTo>
                <a:lnTo>
                  <a:pt x="208021" y="253684"/>
                </a:lnTo>
                <a:lnTo>
                  <a:pt x="223242" y="253684"/>
                </a:lnTo>
                <a:cubicBezTo>
                  <a:pt x="234468" y="253684"/>
                  <a:pt x="243537" y="244615"/>
                  <a:pt x="243537" y="233390"/>
                </a:cubicBezTo>
                <a:lnTo>
                  <a:pt x="243537" y="97225"/>
                </a:lnTo>
                <a:close/>
                <a:moveTo>
                  <a:pt x="45663" y="273979"/>
                </a:moveTo>
                <a:cubicBezTo>
                  <a:pt x="45663" y="282380"/>
                  <a:pt x="52484" y="289200"/>
                  <a:pt x="60884" y="289200"/>
                </a:cubicBezTo>
                <a:cubicBezTo>
                  <a:pt x="69285" y="289200"/>
                  <a:pt x="76105" y="282380"/>
                  <a:pt x="76105" y="273979"/>
                </a:cubicBezTo>
                <a:cubicBezTo>
                  <a:pt x="76105" y="265578"/>
                  <a:pt x="69285" y="258758"/>
                  <a:pt x="60884" y="258758"/>
                </a:cubicBezTo>
                <a:cubicBezTo>
                  <a:pt x="52484" y="258758"/>
                  <a:pt x="45663" y="265578"/>
                  <a:pt x="45663" y="27397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2" name="Text 20"/>
          <p:cNvSpPr/>
          <p:nvPr/>
        </p:nvSpPr>
        <p:spPr>
          <a:xfrm>
            <a:off x="5528505" y="3803939"/>
            <a:ext cx="2242705" cy="69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Across Contracts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28505" y="4583257"/>
            <a:ext cx="2199409" cy="168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intelligent comparison between contracts and templates, highlighting deviations and inconsistencies with precision.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4176" y="3540702"/>
            <a:ext cx="3721677" cy="2994314"/>
          </a:xfrm>
          <a:custGeom>
            <a:avLst/>
            <a:gdLst/>
            <a:ahLst/>
            <a:cxnLst/>
            <a:rect l="l" t="t" r="r" b="b"/>
            <a:pathLst>
              <a:path w="3721677" h="2994314">
                <a:moveTo>
                  <a:pt x="129893" y="0"/>
                </a:moveTo>
                <a:lnTo>
                  <a:pt x="3591784" y="0"/>
                </a:lnTo>
                <a:cubicBezTo>
                  <a:pt x="3663522" y="0"/>
                  <a:pt x="3721677" y="58155"/>
                  <a:pt x="3721677" y="129893"/>
                </a:cubicBezTo>
                <a:lnTo>
                  <a:pt x="3721677" y="2864420"/>
                </a:lnTo>
                <a:cubicBezTo>
                  <a:pt x="3721677" y="2936158"/>
                  <a:pt x="3663522" y="2994314"/>
                  <a:pt x="3591784" y="2994314"/>
                </a:cubicBezTo>
                <a:lnTo>
                  <a:pt x="129893" y="2994314"/>
                </a:lnTo>
                <a:cubicBezTo>
                  <a:pt x="58155" y="2994314"/>
                  <a:pt x="0" y="2936158"/>
                  <a:pt x="0" y="2864420"/>
                </a:cubicBezTo>
                <a:lnTo>
                  <a:pt x="0" y="129893"/>
                </a:lnTo>
                <a:cubicBezTo>
                  <a:pt x="0" y="58203"/>
                  <a:pt x="58203" y="0"/>
                  <a:pt x="129893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7412" y="4604905"/>
            <a:ext cx="865909" cy="865909"/>
          </a:xfrm>
          <a:custGeom>
            <a:avLst/>
            <a:gdLst/>
            <a:ahLst/>
            <a:cxnLst/>
            <a:rect l="l" t="t" r="r" b="b"/>
            <a:pathLst>
              <a:path w="865909" h="865909">
                <a:moveTo>
                  <a:pt x="129886" y="0"/>
                </a:moveTo>
                <a:lnTo>
                  <a:pt x="736023" y="0"/>
                </a:lnTo>
                <a:cubicBezTo>
                  <a:pt x="807709" y="0"/>
                  <a:pt x="865909" y="58200"/>
                  <a:pt x="865909" y="129886"/>
                </a:cubicBezTo>
                <a:lnTo>
                  <a:pt x="865909" y="736023"/>
                </a:lnTo>
                <a:cubicBezTo>
                  <a:pt x="865909" y="807709"/>
                  <a:pt x="807709" y="865909"/>
                  <a:pt x="736023" y="865909"/>
                </a:cubicBezTo>
                <a:lnTo>
                  <a:pt x="129886" y="865909"/>
                </a:lnTo>
                <a:cubicBezTo>
                  <a:pt x="58200" y="865909"/>
                  <a:pt x="0" y="807709"/>
                  <a:pt x="0" y="736023"/>
                </a:cubicBezTo>
                <a:lnTo>
                  <a:pt x="0" y="129886"/>
                </a:lnTo>
                <a:cubicBezTo>
                  <a:pt x="0" y="58152"/>
                  <a:pt x="58152" y="0"/>
                  <a:pt x="129886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638255" y="4877666"/>
            <a:ext cx="365305" cy="324716"/>
          </a:xfrm>
          <a:custGeom>
            <a:avLst/>
            <a:gdLst/>
            <a:ahLst/>
            <a:cxnLst/>
            <a:rect l="l" t="t" r="r" b="b"/>
            <a:pathLst>
              <a:path w="365305" h="324716">
                <a:moveTo>
                  <a:pt x="177325" y="19661"/>
                </a:moveTo>
                <a:cubicBezTo>
                  <a:pt x="168383" y="7293"/>
                  <a:pt x="154050" y="0"/>
                  <a:pt x="138829" y="0"/>
                </a:cubicBezTo>
                <a:cubicBezTo>
                  <a:pt x="112572" y="0"/>
                  <a:pt x="91326" y="21246"/>
                  <a:pt x="91326" y="47502"/>
                </a:cubicBezTo>
                <a:lnTo>
                  <a:pt x="91326" y="49024"/>
                </a:lnTo>
                <a:cubicBezTo>
                  <a:pt x="91326" y="89868"/>
                  <a:pt x="143332" y="133628"/>
                  <a:pt x="168827" y="152591"/>
                </a:cubicBezTo>
                <a:cubicBezTo>
                  <a:pt x="177072" y="158743"/>
                  <a:pt x="188170" y="158743"/>
                  <a:pt x="196415" y="152591"/>
                </a:cubicBezTo>
                <a:cubicBezTo>
                  <a:pt x="221910" y="133565"/>
                  <a:pt x="273916" y="89868"/>
                  <a:pt x="273916" y="49024"/>
                </a:cubicBezTo>
                <a:lnTo>
                  <a:pt x="273916" y="47502"/>
                </a:lnTo>
                <a:cubicBezTo>
                  <a:pt x="273916" y="21246"/>
                  <a:pt x="252670" y="0"/>
                  <a:pt x="226413" y="0"/>
                </a:cubicBezTo>
                <a:cubicBezTo>
                  <a:pt x="211192" y="0"/>
                  <a:pt x="196859" y="7293"/>
                  <a:pt x="187917" y="19661"/>
                </a:cubicBezTo>
                <a:lnTo>
                  <a:pt x="182653" y="27081"/>
                </a:lnTo>
                <a:lnTo>
                  <a:pt x="177325" y="19661"/>
                </a:lnTo>
                <a:close/>
                <a:moveTo>
                  <a:pt x="69319" y="216583"/>
                </a:moveTo>
                <a:lnTo>
                  <a:pt x="42302" y="243537"/>
                </a:lnTo>
                <a:lnTo>
                  <a:pt x="20295" y="243537"/>
                </a:lnTo>
                <a:cubicBezTo>
                  <a:pt x="9069" y="243537"/>
                  <a:pt x="0" y="252606"/>
                  <a:pt x="0" y="263832"/>
                </a:cubicBezTo>
                <a:lnTo>
                  <a:pt x="0" y="304421"/>
                </a:lnTo>
                <a:cubicBezTo>
                  <a:pt x="0" y="315647"/>
                  <a:pt x="9069" y="324716"/>
                  <a:pt x="20295" y="324716"/>
                </a:cubicBezTo>
                <a:lnTo>
                  <a:pt x="223559" y="324716"/>
                </a:lnTo>
                <a:cubicBezTo>
                  <a:pt x="241951" y="324716"/>
                  <a:pt x="259900" y="318818"/>
                  <a:pt x="274740" y="307909"/>
                </a:cubicBezTo>
                <a:lnTo>
                  <a:pt x="355031" y="248737"/>
                </a:lnTo>
                <a:cubicBezTo>
                  <a:pt x="366320" y="240429"/>
                  <a:pt x="368730" y="224574"/>
                  <a:pt x="360422" y="213285"/>
                </a:cubicBezTo>
                <a:cubicBezTo>
                  <a:pt x="352114" y="201996"/>
                  <a:pt x="336259" y="199586"/>
                  <a:pt x="324970" y="207894"/>
                </a:cubicBezTo>
                <a:lnTo>
                  <a:pt x="248991" y="263832"/>
                </a:lnTo>
                <a:lnTo>
                  <a:pt x="177579" y="263832"/>
                </a:lnTo>
                <a:cubicBezTo>
                  <a:pt x="169144" y="263832"/>
                  <a:pt x="162358" y="257046"/>
                  <a:pt x="162358" y="248611"/>
                </a:cubicBezTo>
                <a:cubicBezTo>
                  <a:pt x="162358" y="240176"/>
                  <a:pt x="169144" y="233390"/>
                  <a:pt x="177579" y="233390"/>
                </a:cubicBezTo>
                <a:lnTo>
                  <a:pt x="223242" y="233390"/>
                </a:lnTo>
                <a:cubicBezTo>
                  <a:pt x="234468" y="233390"/>
                  <a:pt x="243537" y="224320"/>
                  <a:pt x="243537" y="213095"/>
                </a:cubicBezTo>
                <a:cubicBezTo>
                  <a:pt x="243537" y="201869"/>
                  <a:pt x="234468" y="192800"/>
                  <a:pt x="223242" y="192800"/>
                </a:cubicBezTo>
                <a:lnTo>
                  <a:pt x="126715" y="192800"/>
                </a:lnTo>
                <a:cubicBezTo>
                  <a:pt x="105216" y="192800"/>
                  <a:pt x="84540" y="201362"/>
                  <a:pt x="69319" y="216583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7" name="Text 25"/>
          <p:cNvSpPr/>
          <p:nvPr/>
        </p:nvSpPr>
        <p:spPr>
          <a:xfrm>
            <a:off x="9469798" y="3944649"/>
            <a:ext cx="2242705" cy="69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Manual Effort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69798" y="4723967"/>
            <a:ext cx="2199409" cy="141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legal professionals from repetitive tasks, allowing them to focus on high-value strategic work and complex negotiations.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95250" y="0"/>
                </a:moveTo>
                <a:lnTo>
                  <a:pt x="381000" y="0"/>
                </a:lnTo>
                <a:cubicBezTo>
                  <a:pt x="433570" y="0"/>
                  <a:pt x="476250" y="42680"/>
                  <a:pt x="476250" y="95250"/>
                </a:cubicBezTo>
                <a:lnTo>
                  <a:pt x="476250" y="381000"/>
                </a:lnTo>
                <a:cubicBezTo>
                  <a:pt x="476250" y="433570"/>
                  <a:pt x="433570" y="476250"/>
                  <a:pt x="381000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8163" y="514350"/>
            <a:ext cx="160734" cy="214313"/>
          </a:xfrm>
          <a:custGeom>
            <a:avLst/>
            <a:gdLst/>
            <a:ahLst/>
            <a:cxnLst/>
            <a:rect l="l" t="t" r="r" b="b"/>
            <a:pathLst>
              <a:path w="160734" h="214313">
                <a:moveTo>
                  <a:pt x="122602" y="160734"/>
                </a:moveTo>
                <a:cubicBezTo>
                  <a:pt x="125657" y="151400"/>
                  <a:pt x="131769" y="142945"/>
                  <a:pt x="138675" y="135661"/>
                </a:cubicBezTo>
                <a:cubicBezTo>
                  <a:pt x="152363" y="121262"/>
                  <a:pt x="160734" y="101798"/>
                  <a:pt x="160734" y="80367"/>
                </a:cubicBezTo>
                <a:cubicBezTo>
                  <a:pt x="160734" y="35998"/>
                  <a:pt x="124737" y="0"/>
                  <a:pt x="80367" y="0"/>
                </a:cubicBezTo>
                <a:cubicBezTo>
                  <a:pt x="35998" y="0"/>
                  <a:pt x="0" y="35998"/>
                  <a:pt x="0" y="80367"/>
                </a:cubicBezTo>
                <a:cubicBezTo>
                  <a:pt x="0" y="101798"/>
                  <a:pt x="8372" y="121262"/>
                  <a:pt x="22059" y="135661"/>
                </a:cubicBezTo>
                <a:cubicBezTo>
                  <a:pt x="28966" y="142945"/>
                  <a:pt x="35119" y="151400"/>
                  <a:pt x="38133" y="160734"/>
                </a:cubicBezTo>
                <a:lnTo>
                  <a:pt x="122560" y="160734"/>
                </a:lnTo>
                <a:close/>
                <a:moveTo>
                  <a:pt x="120551" y="180826"/>
                </a:moveTo>
                <a:lnTo>
                  <a:pt x="40184" y="180826"/>
                </a:lnTo>
                <a:lnTo>
                  <a:pt x="40184" y="187523"/>
                </a:lnTo>
                <a:cubicBezTo>
                  <a:pt x="40184" y="206025"/>
                  <a:pt x="55169" y="221010"/>
                  <a:pt x="73670" y="221010"/>
                </a:cubicBezTo>
                <a:lnTo>
                  <a:pt x="87064" y="221010"/>
                </a:lnTo>
                <a:cubicBezTo>
                  <a:pt x="105566" y="221010"/>
                  <a:pt x="120551" y="206025"/>
                  <a:pt x="120551" y="187523"/>
                </a:cubicBezTo>
                <a:lnTo>
                  <a:pt x="120551" y="180826"/>
                </a:lnTo>
                <a:close/>
                <a:moveTo>
                  <a:pt x="77019" y="46881"/>
                </a:moveTo>
                <a:cubicBezTo>
                  <a:pt x="60359" y="46881"/>
                  <a:pt x="46881" y="60359"/>
                  <a:pt x="46881" y="77019"/>
                </a:cubicBezTo>
                <a:cubicBezTo>
                  <a:pt x="46881" y="82586"/>
                  <a:pt x="42402" y="87064"/>
                  <a:pt x="36835" y="87064"/>
                </a:cubicBezTo>
                <a:cubicBezTo>
                  <a:pt x="31268" y="87064"/>
                  <a:pt x="26789" y="82586"/>
                  <a:pt x="26789" y="77019"/>
                </a:cubicBezTo>
                <a:cubicBezTo>
                  <a:pt x="26789" y="49267"/>
                  <a:pt x="49267" y="26789"/>
                  <a:pt x="77019" y="26789"/>
                </a:cubicBezTo>
                <a:cubicBezTo>
                  <a:pt x="82586" y="26789"/>
                  <a:pt x="87064" y="31268"/>
                  <a:pt x="87064" y="36835"/>
                </a:cubicBezTo>
                <a:cubicBezTo>
                  <a:pt x="87064" y="42402"/>
                  <a:pt x="82586" y="46881"/>
                  <a:pt x="77019" y="4688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1000125" y="476250"/>
            <a:ext cx="15525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spc="75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Document Intelligence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2163127"/>
            <a:ext cx="1617345" cy="2436495"/>
          </a:xfrm>
          <a:custGeom>
            <a:avLst/>
            <a:gdLst/>
            <a:ahLst/>
            <a:cxnLst/>
            <a:rect l="l" t="t" r="r" b="b"/>
            <a:pathLst>
              <a:path w="1617345" h="2436495">
                <a:moveTo>
                  <a:pt x="142876" y="0"/>
                </a:moveTo>
                <a:lnTo>
                  <a:pt x="1474469" y="0"/>
                </a:lnTo>
                <a:cubicBezTo>
                  <a:pt x="1553377" y="0"/>
                  <a:pt x="1617345" y="63968"/>
                  <a:pt x="1617345" y="142876"/>
                </a:cubicBezTo>
                <a:lnTo>
                  <a:pt x="1617345" y="2293619"/>
                </a:lnTo>
                <a:cubicBezTo>
                  <a:pt x="1617345" y="2372527"/>
                  <a:pt x="1553377" y="2436495"/>
                  <a:pt x="1474469" y="2436495"/>
                </a:cubicBezTo>
                <a:lnTo>
                  <a:pt x="142876" y="2436495"/>
                </a:lnTo>
                <a:cubicBezTo>
                  <a:pt x="63968" y="2436495"/>
                  <a:pt x="0" y="2372527"/>
                  <a:pt x="0" y="2293619"/>
                </a:cubicBezTo>
                <a:lnTo>
                  <a:pt x="0" y="142876"/>
                </a:lnTo>
                <a:cubicBezTo>
                  <a:pt x="0" y="64021"/>
                  <a:pt x="64021" y="0"/>
                  <a:pt x="142876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006" y="24526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4653" y="269081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80367" y="267891"/>
                </a:moveTo>
                <a:cubicBezTo>
                  <a:pt x="35998" y="267891"/>
                  <a:pt x="0" y="231893"/>
                  <a:pt x="0" y="187523"/>
                </a:cubicBezTo>
                <a:cubicBezTo>
                  <a:pt x="0" y="152140"/>
                  <a:pt x="22882" y="122113"/>
                  <a:pt x="54639" y="111342"/>
                </a:cubicBezTo>
                <a:cubicBezTo>
                  <a:pt x="53913" y="107045"/>
                  <a:pt x="53578" y="102691"/>
                  <a:pt x="53578" y="98227"/>
                </a:cubicBezTo>
                <a:cubicBezTo>
                  <a:pt x="53578" y="53857"/>
                  <a:pt x="89576" y="17859"/>
                  <a:pt x="133945" y="17859"/>
                </a:cubicBezTo>
                <a:cubicBezTo>
                  <a:pt x="164864" y="17859"/>
                  <a:pt x="191709" y="35328"/>
                  <a:pt x="205160" y="60889"/>
                </a:cubicBezTo>
                <a:cubicBezTo>
                  <a:pt x="213085" y="56257"/>
                  <a:pt x="222349" y="53578"/>
                  <a:pt x="232172" y="53578"/>
                </a:cubicBezTo>
                <a:cubicBezTo>
                  <a:pt x="261751" y="53578"/>
                  <a:pt x="285750" y="77577"/>
                  <a:pt x="285750" y="107156"/>
                </a:cubicBezTo>
                <a:cubicBezTo>
                  <a:pt x="285750" y="115919"/>
                  <a:pt x="283629" y="124234"/>
                  <a:pt x="279890" y="131545"/>
                </a:cubicBezTo>
                <a:cubicBezTo>
                  <a:pt x="304447" y="142875"/>
                  <a:pt x="321469" y="167655"/>
                  <a:pt x="321469" y="196453"/>
                </a:cubicBezTo>
                <a:cubicBezTo>
                  <a:pt x="321469" y="235911"/>
                  <a:pt x="289489" y="267891"/>
                  <a:pt x="250031" y="267891"/>
                </a:cubicBezTo>
                <a:lnTo>
                  <a:pt x="80367" y="267891"/>
                </a:lnTo>
                <a:close/>
                <a:moveTo>
                  <a:pt x="170222" y="106598"/>
                </a:moveTo>
                <a:cubicBezTo>
                  <a:pt x="164976" y="101352"/>
                  <a:pt x="156493" y="101352"/>
                  <a:pt x="151302" y="106598"/>
                </a:cubicBezTo>
                <a:lnTo>
                  <a:pt x="111119" y="146782"/>
                </a:lnTo>
                <a:cubicBezTo>
                  <a:pt x="105873" y="152028"/>
                  <a:pt x="105873" y="160511"/>
                  <a:pt x="111119" y="165702"/>
                </a:cubicBezTo>
                <a:cubicBezTo>
                  <a:pt x="116365" y="170892"/>
                  <a:pt x="124848" y="170948"/>
                  <a:pt x="130039" y="165702"/>
                </a:cubicBezTo>
                <a:lnTo>
                  <a:pt x="147340" y="148400"/>
                </a:lnTo>
                <a:lnTo>
                  <a:pt x="147340" y="205383"/>
                </a:lnTo>
                <a:cubicBezTo>
                  <a:pt x="147340" y="212806"/>
                  <a:pt x="153312" y="218777"/>
                  <a:pt x="160734" y="218777"/>
                </a:cubicBezTo>
                <a:cubicBezTo>
                  <a:pt x="168157" y="218777"/>
                  <a:pt x="174129" y="212806"/>
                  <a:pt x="174129" y="205383"/>
                </a:cubicBezTo>
                <a:lnTo>
                  <a:pt x="174129" y="148400"/>
                </a:lnTo>
                <a:lnTo>
                  <a:pt x="191430" y="165702"/>
                </a:lnTo>
                <a:cubicBezTo>
                  <a:pt x="196676" y="170948"/>
                  <a:pt x="205160" y="170948"/>
                  <a:pt x="210350" y="165702"/>
                </a:cubicBezTo>
                <a:cubicBezTo>
                  <a:pt x="215540" y="160455"/>
                  <a:pt x="215596" y="151972"/>
                  <a:pt x="210350" y="146782"/>
                </a:cubicBezTo>
                <a:lnTo>
                  <a:pt x="170166" y="106598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9" name="Text 7"/>
          <p:cNvSpPr/>
          <p:nvPr/>
        </p:nvSpPr>
        <p:spPr>
          <a:xfrm>
            <a:off x="614839" y="3405188"/>
            <a:ext cx="11572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2698" y="3833812"/>
            <a:ext cx="11215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Contracts &amp; Documents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0756" y="3199923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350630" y="194360"/>
                </a:moveTo>
                <a:cubicBezTo>
                  <a:pt x="359350" y="185640"/>
                  <a:pt x="359350" y="171478"/>
                  <a:pt x="350630" y="162758"/>
                </a:cubicBezTo>
                <a:lnTo>
                  <a:pt x="239009" y="51136"/>
                </a:lnTo>
                <a:cubicBezTo>
                  <a:pt x="230288" y="42416"/>
                  <a:pt x="216126" y="42416"/>
                  <a:pt x="207406" y="51136"/>
                </a:cubicBezTo>
                <a:cubicBezTo>
                  <a:pt x="198686" y="59857"/>
                  <a:pt x="198686" y="74019"/>
                  <a:pt x="207406" y="82739"/>
                </a:cubicBezTo>
                <a:lnTo>
                  <a:pt x="280936" y="156270"/>
                </a:lnTo>
                <a:lnTo>
                  <a:pt x="22324" y="156270"/>
                </a:lnTo>
                <a:cubicBezTo>
                  <a:pt x="9976" y="156270"/>
                  <a:pt x="0" y="166246"/>
                  <a:pt x="0" y="178594"/>
                </a:cubicBezTo>
                <a:cubicBezTo>
                  <a:pt x="0" y="190942"/>
                  <a:pt x="9976" y="200918"/>
                  <a:pt x="22324" y="200918"/>
                </a:cubicBezTo>
                <a:lnTo>
                  <a:pt x="280936" y="200918"/>
                </a:lnTo>
                <a:lnTo>
                  <a:pt x="207406" y="274448"/>
                </a:lnTo>
                <a:cubicBezTo>
                  <a:pt x="198686" y="283169"/>
                  <a:pt x="198686" y="297331"/>
                  <a:pt x="207406" y="306051"/>
                </a:cubicBezTo>
                <a:cubicBezTo>
                  <a:pt x="216126" y="314771"/>
                  <a:pt x="230288" y="314771"/>
                  <a:pt x="239009" y="306051"/>
                </a:cubicBezTo>
                <a:lnTo>
                  <a:pt x="350630" y="194430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6307" y="2044065"/>
            <a:ext cx="1617345" cy="2674620"/>
          </a:xfrm>
          <a:custGeom>
            <a:avLst/>
            <a:gdLst/>
            <a:ahLst/>
            <a:cxnLst/>
            <a:rect l="l" t="t" r="r" b="b"/>
            <a:pathLst>
              <a:path w="1617345" h="2674620">
                <a:moveTo>
                  <a:pt x="142876" y="0"/>
                </a:moveTo>
                <a:lnTo>
                  <a:pt x="1474469" y="0"/>
                </a:lnTo>
                <a:cubicBezTo>
                  <a:pt x="1553377" y="0"/>
                  <a:pt x="1617345" y="63968"/>
                  <a:pt x="1617345" y="142876"/>
                </a:cubicBezTo>
                <a:lnTo>
                  <a:pt x="1617345" y="2531744"/>
                </a:lnTo>
                <a:cubicBezTo>
                  <a:pt x="1617345" y="2610652"/>
                  <a:pt x="1553377" y="2674620"/>
                  <a:pt x="1474469" y="2674620"/>
                </a:cubicBezTo>
                <a:lnTo>
                  <a:pt x="142876" y="2674620"/>
                </a:lnTo>
                <a:cubicBezTo>
                  <a:pt x="63968" y="2674620"/>
                  <a:pt x="0" y="2610652"/>
                  <a:pt x="0" y="2531744"/>
                </a:cubicBezTo>
                <a:lnTo>
                  <a:pt x="0" y="142876"/>
                </a:lnTo>
                <a:cubicBezTo>
                  <a:pt x="0" y="64021"/>
                  <a:pt x="64021" y="0"/>
                  <a:pt x="142876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3503" y="2333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468291" y="25717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5" name="Text 13"/>
          <p:cNvSpPr/>
          <p:nvPr/>
        </p:nvSpPr>
        <p:spPr>
          <a:xfrm>
            <a:off x="3066336" y="3286125"/>
            <a:ext cx="11572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84195" y="3714750"/>
            <a:ext cx="112156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&amp; Structure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92253" y="3199923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350630" y="194360"/>
                </a:moveTo>
                <a:cubicBezTo>
                  <a:pt x="359350" y="185640"/>
                  <a:pt x="359350" y="171478"/>
                  <a:pt x="350630" y="162758"/>
                </a:cubicBezTo>
                <a:lnTo>
                  <a:pt x="239009" y="51136"/>
                </a:lnTo>
                <a:cubicBezTo>
                  <a:pt x="230288" y="42416"/>
                  <a:pt x="216126" y="42416"/>
                  <a:pt x="207406" y="51136"/>
                </a:cubicBezTo>
                <a:cubicBezTo>
                  <a:pt x="198686" y="59857"/>
                  <a:pt x="198686" y="74019"/>
                  <a:pt x="207406" y="82739"/>
                </a:cubicBezTo>
                <a:lnTo>
                  <a:pt x="280936" y="156270"/>
                </a:lnTo>
                <a:lnTo>
                  <a:pt x="22324" y="156270"/>
                </a:lnTo>
                <a:cubicBezTo>
                  <a:pt x="9976" y="156270"/>
                  <a:pt x="0" y="166246"/>
                  <a:pt x="0" y="178594"/>
                </a:cubicBezTo>
                <a:cubicBezTo>
                  <a:pt x="0" y="190942"/>
                  <a:pt x="9976" y="200918"/>
                  <a:pt x="22324" y="200918"/>
                </a:cubicBezTo>
                <a:lnTo>
                  <a:pt x="280936" y="200918"/>
                </a:lnTo>
                <a:lnTo>
                  <a:pt x="207406" y="274448"/>
                </a:lnTo>
                <a:cubicBezTo>
                  <a:pt x="198686" y="283169"/>
                  <a:pt x="198686" y="297331"/>
                  <a:pt x="207406" y="306051"/>
                </a:cubicBezTo>
                <a:cubicBezTo>
                  <a:pt x="216126" y="314771"/>
                  <a:pt x="230288" y="314771"/>
                  <a:pt x="239009" y="306051"/>
                </a:cubicBezTo>
                <a:lnTo>
                  <a:pt x="350630" y="194430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8" name="Shape 16"/>
          <p:cNvSpPr/>
          <p:nvPr/>
        </p:nvSpPr>
        <p:spPr>
          <a:xfrm>
            <a:off x="5287804" y="2163127"/>
            <a:ext cx="1617345" cy="2436495"/>
          </a:xfrm>
          <a:custGeom>
            <a:avLst/>
            <a:gdLst/>
            <a:ahLst/>
            <a:cxnLst/>
            <a:rect l="l" t="t" r="r" b="b"/>
            <a:pathLst>
              <a:path w="1617345" h="2436495">
                <a:moveTo>
                  <a:pt x="142876" y="0"/>
                </a:moveTo>
                <a:lnTo>
                  <a:pt x="1474469" y="0"/>
                </a:lnTo>
                <a:cubicBezTo>
                  <a:pt x="1553377" y="0"/>
                  <a:pt x="1617345" y="63968"/>
                  <a:pt x="1617345" y="142876"/>
                </a:cubicBezTo>
                <a:lnTo>
                  <a:pt x="1617345" y="2293619"/>
                </a:lnTo>
                <a:cubicBezTo>
                  <a:pt x="1617345" y="2372527"/>
                  <a:pt x="1553377" y="2436495"/>
                  <a:pt x="1474469" y="2436495"/>
                </a:cubicBezTo>
                <a:lnTo>
                  <a:pt x="142876" y="2436495"/>
                </a:lnTo>
                <a:cubicBezTo>
                  <a:pt x="63968" y="2436495"/>
                  <a:pt x="0" y="2372527"/>
                  <a:pt x="0" y="2293619"/>
                </a:cubicBezTo>
                <a:lnTo>
                  <a:pt x="0" y="142876"/>
                </a:lnTo>
                <a:cubicBezTo>
                  <a:pt x="0" y="64021"/>
                  <a:pt x="64021" y="0"/>
                  <a:pt x="142876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24526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55506" y="26908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1" name="Text 19"/>
          <p:cNvSpPr/>
          <p:nvPr/>
        </p:nvSpPr>
        <p:spPr>
          <a:xfrm>
            <a:off x="5517832" y="3405188"/>
            <a:ext cx="11572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5692" y="3833812"/>
            <a:ext cx="11215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Retrieval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43750" y="3199923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350630" y="194360"/>
                </a:moveTo>
                <a:cubicBezTo>
                  <a:pt x="359350" y="185640"/>
                  <a:pt x="359350" y="171478"/>
                  <a:pt x="350630" y="162758"/>
                </a:cubicBezTo>
                <a:lnTo>
                  <a:pt x="239009" y="51136"/>
                </a:lnTo>
                <a:cubicBezTo>
                  <a:pt x="230288" y="42416"/>
                  <a:pt x="216126" y="42416"/>
                  <a:pt x="207406" y="51136"/>
                </a:cubicBezTo>
                <a:cubicBezTo>
                  <a:pt x="198686" y="59857"/>
                  <a:pt x="198686" y="74019"/>
                  <a:pt x="207406" y="82739"/>
                </a:cubicBezTo>
                <a:lnTo>
                  <a:pt x="280936" y="156270"/>
                </a:lnTo>
                <a:lnTo>
                  <a:pt x="22324" y="156270"/>
                </a:lnTo>
                <a:cubicBezTo>
                  <a:pt x="9976" y="156270"/>
                  <a:pt x="0" y="166246"/>
                  <a:pt x="0" y="178594"/>
                </a:cubicBezTo>
                <a:cubicBezTo>
                  <a:pt x="0" y="190942"/>
                  <a:pt x="9976" y="200918"/>
                  <a:pt x="22324" y="200918"/>
                </a:cubicBezTo>
                <a:lnTo>
                  <a:pt x="280936" y="200918"/>
                </a:lnTo>
                <a:lnTo>
                  <a:pt x="207406" y="274448"/>
                </a:lnTo>
                <a:cubicBezTo>
                  <a:pt x="198686" y="283169"/>
                  <a:pt x="198686" y="297331"/>
                  <a:pt x="207406" y="306051"/>
                </a:cubicBezTo>
                <a:cubicBezTo>
                  <a:pt x="216126" y="314771"/>
                  <a:pt x="230288" y="314771"/>
                  <a:pt x="239009" y="306051"/>
                </a:cubicBezTo>
                <a:lnTo>
                  <a:pt x="350630" y="194430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4" name="Shape 22"/>
          <p:cNvSpPr/>
          <p:nvPr/>
        </p:nvSpPr>
        <p:spPr>
          <a:xfrm>
            <a:off x="7739301" y="2163127"/>
            <a:ext cx="1617345" cy="2436495"/>
          </a:xfrm>
          <a:custGeom>
            <a:avLst/>
            <a:gdLst/>
            <a:ahLst/>
            <a:cxnLst/>
            <a:rect l="l" t="t" r="r" b="b"/>
            <a:pathLst>
              <a:path w="1617345" h="2436495">
                <a:moveTo>
                  <a:pt x="142876" y="0"/>
                </a:moveTo>
                <a:lnTo>
                  <a:pt x="1474469" y="0"/>
                </a:lnTo>
                <a:cubicBezTo>
                  <a:pt x="1553377" y="0"/>
                  <a:pt x="1617345" y="63968"/>
                  <a:pt x="1617345" y="142876"/>
                </a:cubicBezTo>
                <a:lnTo>
                  <a:pt x="1617345" y="2293619"/>
                </a:lnTo>
                <a:cubicBezTo>
                  <a:pt x="1617345" y="2372527"/>
                  <a:pt x="1553377" y="2436495"/>
                  <a:pt x="1474469" y="2436495"/>
                </a:cubicBezTo>
                <a:lnTo>
                  <a:pt x="142876" y="2436495"/>
                </a:lnTo>
                <a:cubicBezTo>
                  <a:pt x="63968" y="2436495"/>
                  <a:pt x="0" y="2372527"/>
                  <a:pt x="0" y="2293619"/>
                </a:cubicBezTo>
                <a:lnTo>
                  <a:pt x="0" y="142876"/>
                </a:lnTo>
                <a:cubicBezTo>
                  <a:pt x="0" y="64021"/>
                  <a:pt x="64021" y="0"/>
                  <a:pt x="142876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66497" y="24526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407003" y="26908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7" name="Text 25"/>
          <p:cNvSpPr/>
          <p:nvPr/>
        </p:nvSpPr>
        <p:spPr>
          <a:xfrm>
            <a:off x="7969329" y="3405188"/>
            <a:ext cx="11572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87189" y="3833812"/>
            <a:ext cx="11215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Reasoning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95247" y="3199923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350630" y="194360"/>
                </a:moveTo>
                <a:cubicBezTo>
                  <a:pt x="359350" y="185640"/>
                  <a:pt x="359350" y="171478"/>
                  <a:pt x="350630" y="162758"/>
                </a:cubicBezTo>
                <a:lnTo>
                  <a:pt x="239009" y="51136"/>
                </a:lnTo>
                <a:cubicBezTo>
                  <a:pt x="230288" y="42416"/>
                  <a:pt x="216126" y="42416"/>
                  <a:pt x="207406" y="51136"/>
                </a:cubicBezTo>
                <a:cubicBezTo>
                  <a:pt x="198686" y="59857"/>
                  <a:pt x="198686" y="74019"/>
                  <a:pt x="207406" y="82739"/>
                </a:cubicBezTo>
                <a:lnTo>
                  <a:pt x="280936" y="156270"/>
                </a:lnTo>
                <a:lnTo>
                  <a:pt x="22324" y="156270"/>
                </a:lnTo>
                <a:cubicBezTo>
                  <a:pt x="9976" y="156270"/>
                  <a:pt x="0" y="166246"/>
                  <a:pt x="0" y="178594"/>
                </a:cubicBezTo>
                <a:cubicBezTo>
                  <a:pt x="0" y="190942"/>
                  <a:pt x="9976" y="200918"/>
                  <a:pt x="22324" y="200918"/>
                </a:cubicBezTo>
                <a:lnTo>
                  <a:pt x="280936" y="200918"/>
                </a:lnTo>
                <a:lnTo>
                  <a:pt x="207406" y="274448"/>
                </a:lnTo>
                <a:cubicBezTo>
                  <a:pt x="198686" y="283169"/>
                  <a:pt x="198686" y="297331"/>
                  <a:pt x="207406" y="306051"/>
                </a:cubicBezTo>
                <a:cubicBezTo>
                  <a:pt x="216126" y="314771"/>
                  <a:pt x="230288" y="314771"/>
                  <a:pt x="239009" y="306051"/>
                </a:cubicBezTo>
                <a:lnTo>
                  <a:pt x="350630" y="194430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90798" y="2163127"/>
            <a:ext cx="1617345" cy="2436495"/>
          </a:xfrm>
          <a:custGeom>
            <a:avLst/>
            <a:gdLst/>
            <a:ahLst/>
            <a:cxnLst/>
            <a:rect l="l" t="t" r="r" b="b"/>
            <a:pathLst>
              <a:path w="1617345" h="2436495">
                <a:moveTo>
                  <a:pt x="142876" y="0"/>
                </a:moveTo>
                <a:lnTo>
                  <a:pt x="1474469" y="0"/>
                </a:lnTo>
                <a:cubicBezTo>
                  <a:pt x="1553377" y="0"/>
                  <a:pt x="1617345" y="63968"/>
                  <a:pt x="1617345" y="142876"/>
                </a:cubicBezTo>
                <a:lnTo>
                  <a:pt x="1617345" y="2293619"/>
                </a:lnTo>
                <a:cubicBezTo>
                  <a:pt x="1617345" y="2372527"/>
                  <a:pt x="1553377" y="2436495"/>
                  <a:pt x="1474469" y="2436495"/>
                </a:cubicBezTo>
                <a:lnTo>
                  <a:pt x="142876" y="2436495"/>
                </a:lnTo>
                <a:cubicBezTo>
                  <a:pt x="63968" y="2436495"/>
                  <a:pt x="0" y="2372527"/>
                  <a:pt x="0" y="2293619"/>
                </a:cubicBezTo>
                <a:lnTo>
                  <a:pt x="0" y="142876"/>
                </a:lnTo>
                <a:cubicBezTo>
                  <a:pt x="0" y="64021"/>
                  <a:pt x="64021" y="0"/>
                  <a:pt x="142876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 w="10160">
            <a:solidFill>
              <a:srgbClr val="72E1D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17994" y="24526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72E1D1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858500" y="26908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3" name="Text 31"/>
          <p:cNvSpPr/>
          <p:nvPr/>
        </p:nvSpPr>
        <p:spPr>
          <a:xfrm>
            <a:off x="10420827" y="3405188"/>
            <a:ext cx="11572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38686" y="3833812"/>
            <a:ext cx="11215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Results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0050" y="5238750"/>
            <a:ext cx="3629025" cy="1238250"/>
          </a:xfrm>
          <a:custGeom>
            <a:avLst/>
            <a:gdLst/>
            <a:ahLst/>
            <a:cxnLst/>
            <a:rect l="l" t="t" r="r" b="b"/>
            <a:pathLst>
              <a:path w="3629025" h="1238250">
                <a:moveTo>
                  <a:pt x="38100" y="0"/>
                </a:moveTo>
                <a:lnTo>
                  <a:pt x="3533779" y="0"/>
                </a:lnTo>
                <a:cubicBezTo>
                  <a:pt x="3586382" y="0"/>
                  <a:pt x="3629025" y="42643"/>
                  <a:pt x="3629025" y="95246"/>
                </a:cubicBezTo>
                <a:lnTo>
                  <a:pt x="3629025" y="1143004"/>
                </a:lnTo>
                <a:cubicBezTo>
                  <a:pt x="3629025" y="1195607"/>
                  <a:pt x="3586382" y="1238250"/>
                  <a:pt x="3533779" y="1238250"/>
                </a:cubicBez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" y="5238750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3810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7" name="Text 35"/>
          <p:cNvSpPr/>
          <p:nvPr/>
        </p:nvSpPr>
        <p:spPr>
          <a:xfrm>
            <a:off x="609600" y="5429250"/>
            <a:ext cx="33123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9600" y="5715000"/>
            <a:ext cx="33242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workflow from document ingestion to business intelligence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89346" y="5238750"/>
            <a:ext cx="3629025" cy="1238250"/>
          </a:xfrm>
          <a:custGeom>
            <a:avLst/>
            <a:gdLst/>
            <a:ahLst/>
            <a:cxnLst/>
            <a:rect l="l" t="t" r="r" b="b"/>
            <a:pathLst>
              <a:path w="3629025" h="1238250">
                <a:moveTo>
                  <a:pt x="38100" y="0"/>
                </a:moveTo>
                <a:lnTo>
                  <a:pt x="3533779" y="0"/>
                </a:lnTo>
                <a:cubicBezTo>
                  <a:pt x="3586382" y="0"/>
                  <a:pt x="3629025" y="42643"/>
                  <a:pt x="3629025" y="95246"/>
                </a:cubicBezTo>
                <a:lnTo>
                  <a:pt x="3629025" y="1143004"/>
                </a:lnTo>
                <a:cubicBezTo>
                  <a:pt x="3629025" y="1195607"/>
                  <a:pt x="3586382" y="1238250"/>
                  <a:pt x="3533779" y="1238250"/>
                </a:cubicBez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89346" y="5238750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3810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1" name="Text 39"/>
          <p:cNvSpPr/>
          <p:nvPr/>
        </p:nvSpPr>
        <p:spPr>
          <a:xfrm>
            <a:off x="4498896" y="5429250"/>
            <a:ext cx="33123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98896" y="5715000"/>
            <a:ext cx="33242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language models for intelligent contract understanding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78761" y="5238750"/>
            <a:ext cx="3629025" cy="1238250"/>
          </a:xfrm>
          <a:custGeom>
            <a:avLst/>
            <a:gdLst/>
            <a:ahLst/>
            <a:cxnLst/>
            <a:rect l="l" t="t" r="r" b="b"/>
            <a:pathLst>
              <a:path w="3629025" h="1238250">
                <a:moveTo>
                  <a:pt x="38100" y="0"/>
                </a:moveTo>
                <a:lnTo>
                  <a:pt x="3533779" y="0"/>
                </a:lnTo>
                <a:cubicBezTo>
                  <a:pt x="3586382" y="0"/>
                  <a:pt x="3629025" y="42643"/>
                  <a:pt x="3629025" y="95246"/>
                </a:cubicBezTo>
                <a:lnTo>
                  <a:pt x="3629025" y="1143004"/>
                </a:lnTo>
                <a:cubicBezTo>
                  <a:pt x="3629025" y="1195607"/>
                  <a:pt x="3586382" y="1238250"/>
                  <a:pt x="3533779" y="1238250"/>
                </a:cubicBez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78761" y="5238750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3810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5" name="Text 43"/>
          <p:cNvSpPr/>
          <p:nvPr/>
        </p:nvSpPr>
        <p:spPr>
          <a:xfrm>
            <a:off x="8388311" y="5429250"/>
            <a:ext cx="33123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88311" y="5715000"/>
            <a:ext cx="33242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hundreds of contracts simultaneously with consistent quality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79375" y="0"/>
                </a:moveTo>
                <a:lnTo>
                  <a:pt x="317500" y="0"/>
                </a:lnTo>
                <a:cubicBezTo>
                  <a:pt x="361308" y="0"/>
                  <a:pt x="396875" y="35567"/>
                  <a:pt x="396875" y="79375"/>
                </a:cubicBezTo>
                <a:lnTo>
                  <a:pt x="396875" y="317500"/>
                </a:lnTo>
                <a:cubicBezTo>
                  <a:pt x="396875" y="361308"/>
                  <a:pt x="361308" y="396875"/>
                  <a:pt x="317500" y="396875"/>
                </a:cubicBezTo>
                <a:lnTo>
                  <a:pt x="79375" y="396875"/>
                </a:lnTo>
                <a:cubicBezTo>
                  <a:pt x="35567" y="396875"/>
                  <a:pt x="0" y="361308"/>
                  <a:pt x="0" y="317500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4982" y="428625"/>
            <a:ext cx="200918" cy="178594"/>
          </a:xfrm>
          <a:custGeom>
            <a:avLst/>
            <a:gdLst/>
            <a:ahLst/>
            <a:cxnLst/>
            <a:rect l="l" t="t" r="r" b="b"/>
            <a:pathLst>
              <a:path w="200918" h="178594">
                <a:moveTo>
                  <a:pt x="107959" y="-6593"/>
                </a:moveTo>
                <a:cubicBezTo>
                  <a:pt x="106528" y="-9383"/>
                  <a:pt x="103633" y="-11162"/>
                  <a:pt x="100494" y="-11162"/>
                </a:cubicBezTo>
                <a:cubicBezTo>
                  <a:pt x="97355" y="-11162"/>
                  <a:pt x="94459" y="-9383"/>
                  <a:pt x="93029" y="-6593"/>
                </a:cubicBezTo>
                <a:lnTo>
                  <a:pt x="67356" y="43707"/>
                </a:lnTo>
                <a:lnTo>
                  <a:pt x="11581" y="52567"/>
                </a:lnTo>
                <a:cubicBezTo>
                  <a:pt x="8476" y="53055"/>
                  <a:pt x="5895" y="55252"/>
                  <a:pt x="4918" y="58252"/>
                </a:cubicBezTo>
                <a:cubicBezTo>
                  <a:pt x="3942" y="61252"/>
                  <a:pt x="4744" y="64531"/>
                  <a:pt x="6941" y="66763"/>
                </a:cubicBezTo>
                <a:lnTo>
                  <a:pt x="46846" y="106703"/>
                </a:lnTo>
                <a:lnTo>
                  <a:pt x="38056" y="162478"/>
                </a:lnTo>
                <a:cubicBezTo>
                  <a:pt x="37567" y="165583"/>
                  <a:pt x="38858" y="168722"/>
                  <a:pt x="41404" y="170571"/>
                </a:cubicBezTo>
                <a:cubicBezTo>
                  <a:pt x="43951" y="172420"/>
                  <a:pt x="47299" y="172699"/>
                  <a:pt x="50125" y="171269"/>
                </a:cubicBezTo>
                <a:lnTo>
                  <a:pt x="100494" y="145666"/>
                </a:lnTo>
                <a:lnTo>
                  <a:pt x="150828" y="171269"/>
                </a:lnTo>
                <a:cubicBezTo>
                  <a:pt x="153619" y="172699"/>
                  <a:pt x="157002" y="172420"/>
                  <a:pt x="159548" y="170571"/>
                </a:cubicBezTo>
                <a:cubicBezTo>
                  <a:pt x="162095" y="168722"/>
                  <a:pt x="163385" y="165618"/>
                  <a:pt x="162897" y="162478"/>
                </a:cubicBezTo>
                <a:lnTo>
                  <a:pt x="154072" y="106703"/>
                </a:lnTo>
                <a:lnTo>
                  <a:pt x="193977" y="66763"/>
                </a:lnTo>
                <a:cubicBezTo>
                  <a:pt x="196209" y="64531"/>
                  <a:pt x="196976" y="61252"/>
                  <a:pt x="196000" y="58252"/>
                </a:cubicBezTo>
                <a:cubicBezTo>
                  <a:pt x="195023" y="55252"/>
                  <a:pt x="192477" y="53055"/>
                  <a:pt x="189337" y="52567"/>
                </a:cubicBezTo>
                <a:lnTo>
                  <a:pt x="133596" y="43707"/>
                </a:lnTo>
                <a:lnTo>
                  <a:pt x="107959" y="-6593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33438" y="396875"/>
            <a:ext cx="1285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spc="63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93750"/>
            <a:ext cx="11795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511300"/>
            <a:ext cx="5649913" cy="2490787"/>
          </a:xfrm>
          <a:custGeom>
            <a:avLst/>
            <a:gdLst/>
            <a:ahLst/>
            <a:cxnLst/>
            <a:rect l="l" t="t" r="r" b="b"/>
            <a:pathLst>
              <a:path w="5649913" h="2490787">
                <a:moveTo>
                  <a:pt x="119060" y="0"/>
                </a:moveTo>
                <a:lnTo>
                  <a:pt x="5530853" y="0"/>
                </a:lnTo>
                <a:cubicBezTo>
                  <a:pt x="5596608" y="0"/>
                  <a:pt x="5649913" y="53305"/>
                  <a:pt x="5649913" y="119060"/>
                </a:cubicBezTo>
                <a:lnTo>
                  <a:pt x="5649913" y="2371728"/>
                </a:lnTo>
                <a:cubicBezTo>
                  <a:pt x="5649913" y="2437483"/>
                  <a:pt x="5596608" y="2490787"/>
                  <a:pt x="5530853" y="2490787"/>
                </a:cubicBezTo>
                <a:lnTo>
                  <a:pt x="119060" y="2490787"/>
                </a:lnTo>
                <a:cubicBezTo>
                  <a:pt x="53305" y="2490787"/>
                  <a:pt x="0" y="2437483"/>
                  <a:pt x="0" y="2371728"/>
                </a:cubicBezTo>
                <a:lnTo>
                  <a:pt x="0" y="119060"/>
                </a:lnTo>
                <a:cubicBezTo>
                  <a:pt x="0" y="53305"/>
                  <a:pt x="53305" y="0"/>
                  <a:pt x="119060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975" y="1752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397" y="19510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93477" y="96738"/>
                </a:moveTo>
                <a:cubicBezTo>
                  <a:pt x="193477" y="118086"/>
                  <a:pt x="186547" y="137806"/>
                  <a:pt x="174873" y="153805"/>
                </a:cubicBezTo>
                <a:lnTo>
                  <a:pt x="233753" y="212731"/>
                </a:lnTo>
                <a:cubicBezTo>
                  <a:pt x="239567" y="218545"/>
                  <a:pt x="239567" y="227986"/>
                  <a:pt x="233753" y="233800"/>
                </a:cubicBezTo>
                <a:cubicBezTo>
                  <a:pt x="227940" y="239613"/>
                  <a:pt x="218498" y="239613"/>
                  <a:pt x="212685" y="233800"/>
                </a:cubicBezTo>
                <a:lnTo>
                  <a:pt x="153805" y="174873"/>
                </a:lnTo>
                <a:cubicBezTo>
                  <a:pt x="137806" y="186547"/>
                  <a:pt x="118086" y="193477"/>
                  <a:pt x="96738" y="193477"/>
                </a:cubicBezTo>
                <a:cubicBezTo>
                  <a:pt x="43300" y="193477"/>
                  <a:pt x="0" y="150177"/>
                  <a:pt x="0" y="96738"/>
                </a:cubicBezTo>
                <a:cubicBezTo>
                  <a:pt x="0" y="43300"/>
                  <a:pt x="43300" y="0"/>
                  <a:pt x="96738" y="0"/>
                </a:cubicBezTo>
                <a:cubicBezTo>
                  <a:pt x="150177" y="0"/>
                  <a:pt x="193477" y="43300"/>
                  <a:pt x="193477" y="96738"/>
                </a:cubicBezTo>
                <a:close/>
                <a:moveTo>
                  <a:pt x="96738" y="163711"/>
                </a:moveTo>
                <a:cubicBezTo>
                  <a:pt x="133701" y="163711"/>
                  <a:pt x="163711" y="133701"/>
                  <a:pt x="163711" y="96738"/>
                </a:cubicBezTo>
                <a:cubicBezTo>
                  <a:pt x="163711" y="59775"/>
                  <a:pt x="133701" y="29766"/>
                  <a:pt x="96738" y="29766"/>
                </a:cubicBezTo>
                <a:cubicBezTo>
                  <a:pt x="59775" y="29766"/>
                  <a:pt x="29766" y="59775"/>
                  <a:pt x="29766" y="96738"/>
                </a:cubicBezTo>
                <a:cubicBezTo>
                  <a:pt x="29766" y="133701"/>
                  <a:pt x="59775" y="163711"/>
                  <a:pt x="96738" y="16371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9" name="Text 7"/>
          <p:cNvSpPr/>
          <p:nvPr/>
        </p:nvSpPr>
        <p:spPr>
          <a:xfrm>
            <a:off x="1355725" y="1752600"/>
            <a:ext cx="191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Clause Detection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5725" y="2109788"/>
            <a:ext cx="186332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EXTRACTION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1975" y="2546350"/>
            <a:ext cx="5246688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identify and extract key contractual terms, obligations, and provisions from any contract document. The system recognizes standard and custom clauses with high accuracy.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3479007"/>
            <a:ext cx="976312" cy="277813"/>
          </a:xfrm>
          <a:custGeom>
            <a:avLst/>
            <a:gdLst/>
            <a:ahLst/>
            <a:cxnLst/>
            <a:rect l="l" t="t" r="r" b="b"/>
            <a:pathLst>
              <a:path w="976312" h="277813">
                <a:moveTo>
                  <a:pt x="138906" y="0"/>
                </a:moveTo>
                <a:lnTo>
                  <a:pt x="837406" y="0"/>
                </a:lnTo>
                <a:cubicBezTo>
                  <a:pt x="914071" y="0"/>
                  <a:pt x="976312" y="62242"/>
                  <a:pt x="976312" y="138906"/>
                </a:cubicBezTo>
                <a:lnTo>
                  <a:pt x="976312" y="138906"/>
                </a:lnTo>
                <a:cubicBezTo>
                  <a:pt x="976312" y="215571"/>
                  <a:pt x="914071" y="277813"/>
                  <a:pt x="837406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1975" y="3479007"/>
            <a:ext cx="1045766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16472" y="3479007"/>
            <a:ext cx="1190625" cy="277813"/>
          </a:xfrm>
          <a:custGeom>
            <a:avLst/>
            <a:gdLst/>
            <a:ahLst/>
            <a:cxnLst/>
            <a:rect l="l" t="t" r="r" b="b"/>
            <a:pathLst>
              <a:path w="1190625" h="277813">
                <a:moveTo>
                  <a:pt x="138906" y="0"/>
                </a:moveTo>
                <a:lnTo>
                  <a:pt x="1051719" y="0"/>
                </a:lnTo>
                <a:cubicBezTo>
                  <a:pt x="1128383" y="0"/>
                  <a:pt x="1190625" y="62242"/>
                  <a:pt x="1190625" y="138906"/>
                </a:cubicBezTo>
                <a:lnTo>
                  <a:pt x="1190625" y="138906"/>
                </a:lnTo>
                <a:cubicBezTo>
                  <a:pt x="1190625" y="215571"/>
                  <a:pt x="1128383" y="277813"/>
                  <a:pt x="1051719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16472" y="3479007"/>
            <a:ext cx="1260078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Indemnification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87663" y="3479007"/>
            <a:ext cx="714375" cy="277813"/>
          </a:xfrm>
          <a:custGeom>
            <a:avLst/>
            <a:gdLst/>
            <a:ahLst/>
            <a:cxnLst/>
            <a:rect l="l" t="t" r="r" b="b"/>
            <a:pathLst>
              <a:path w="714375" h="277813">
                <a:moveTo>
                  <a:pt x="138906" y="0"/>
                </a:moveTo>
                <a:lnTo>
                  <a:pt x="575469" y="0"/>
                </a:lnTo>
                <a:cubicBezTo>
                  <a:pt x="652133" y="0"/>
                  <a:pt x="714375" y="62242"/>
                  <a:pt x="714375" y="138906"/>
                </a:cubicBezTo>
                <a:lnTo>
                  <a:pt x="714375" y="138906"/>
                </a:lnTo>
                <a:cubicBezTo>
                  <a:pt x="714375" y="215571"/>
                  <a:pt x="652133" y="277813"/>
                  <a:pt x="575469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887663" y="3479007"/>
            <a:ext cx="783828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Liability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8238" y="1511300"/>
            <a:ext cx="5649913" cy="2490787"/>
          </a:xfrm>
          <a:custGeom>
            <a:avLst/>
            <a:gdLst/>
            <a:ahLst/>
            <a:cxnLst/>
            <a:rect l="l" t="t" r="r" b="b"/>
            <a:pathLst>
              <a:path w="5649913" h="2490787">
                <a:moveTo>
                  <a:pt x="119060" y="0"/>
                </a:moveTo>
                <a:lnTo>
                  <a:pt x="5530853" y="0"/>
                </a:lnTo>
                <a:cubicBezTo>
                  <a:pt x="5596608" y="0"/>
                  <a:pt x="5649913" y="53305"/>
                  <a:pt x="5649913" y="119060"/>
                </a:cubicBezTo>
                <a:lnTo>
                  <a:pt x="5649913" y="2371728"/>
                </a:lnTo>
                <a:cubicBezTo>
                  <a:pt x="5649913" y="2437483"/>
                  <a:pt x="5596608" y="2490787"/>
                  <a:pt x="5530853" y="2490787"/>
                </a:cubicBezTo>
                <a:lnTo>
                  <a:pt x="119060" y="2490787"/>
                </a:lnTo>
                <a:cubicBezTo>
                  <a:pt x="53305" y="2490787"/>
                  <a:pt x="0" y="2437483"/>
                  <a:pt x="0" y="2371728"/>
                </a:cubicBezTo>
                <a:lnTo>
                  <a:pt x="0" y="119060"/>
                </a:lnTo>
                <a:cubicBezTo>
                  <a:pt x="0" y="53305"/>
                  <a:pt x="53305" y="0"/>
                  <a:pt x="119060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9537" y="1752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59959" y="19510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08133" y="2418"/>
                </a:moveTo>
                <a:cubicBezTo>
                  <a:pt x="115063" y="-791"/>
                  <a:pt x="123062" y="-791"/>
                  <a:pt x="129992" y="2418"/>
                </a:cubicBezTo>
                <a:lnTo>
                  <a:pt x="231660" y="49392"/>
                </a:lnTo>
                <a:cubicBezTo>
                  <a:pt x="235614" y="51206"/>
                  <a:pt x="238125" y="55159"/>
                  <a:pt x="238125" y="59531"/>
                </a:cubicBezTo>
                <a:cubicBezTo>
                  <a:pt x="238125" y="63903"/>
                  <a:pt x="235614" y="67856"/>
                  <a:pt x="231660" y="69670"/>
                </a:cubicBezTo>
                <a:lnTo>
                  <a:pt x="129992" y="116644"/>
                </a:lnTo>
                <a:cubicBezTo>
                  <a:pt x="123062" y="119853"/>
                  <a:pt x="115063" y="119853"/>
                  <a:pt x="108133" y="116644"/>
                </a:cubicBezTo>
                <a:lnTo>
                  <a:pt x="6465" y="69670"/>
                </a:lnTo>
                <a:cubicBezTo>
                  <a:pt x="2511" y="67810"/>
                  <a:pt x="0" y="63857"/>
                  <a:pt x="0" y="59531"/>
                </a:cubicBezTo>
                <a:cubicBezTo>
                  <a:pt x="0" y="55206"/>
                  <a:pt x="2511" y="51206"/>
                  <a:pt x="6465" y="49392"/>
                </a:cubicBezTo>
                <a:lnTo>
                  <a:pt x="108133" y="2418"/>
                </a:lnTo>
                <a:close/>
                <a:moveTo>
                  <a:pt x="22371" y="101575"/>
                </a:moveTo>
                <a:lnTo>
                  <a:pt x="98785" y="136875"/>
                </a:lnTo>
                <a:cubicBezTo>
                  <a:pt x="111668" y="142828"/>
                  <a:pt x="126504" y="142828"/>
                  <a:pt x="139387" y="136875"/>
                </a:cubicBezTo>
                <a:lnTo>
                  <a:pt x="215801" y="101575"/>
                </a:lnTo>
                <a:lnTo>
                  <a:pt x="231660" y="108924"/>
                </a:lnTo>
                <a:cubicBezTo>
                  <a:pt x="235614" y="110737"/>
                  <a:pt x="238125" y="114691"/>
                  <a:pt x="238125" y="119062"/>
                </a:cubicBezTo>
                <a:cubicBezTo>
                  <a:pt x="238125" y="123434"/>
                  <a:pt x="235614" y="127388"/>
                  <a:pt x="231660" y="129201"/>
                </a:cubicBezTo>
                <a:lnTo>
                  <a:pt x="129992" y="176175"/>
                </a:lnTo>
                <a:cubicBezTo>
                  <a:pt x="123062" y="179384"/>
                  <a:pt x="115063" y="179384"/>
                  <a:pt x="108133" y="176175"/>
                </a:cubicBezTo>
                <a:lnTo>
                  <a:pt x="6465" y="129201"/>
                </a:lnTo>
                <a:cubicBezTo>
                  <a:pt x="2511" y="127341"/>
                  <a:pt x="0" y="123388"/>
                  <a:pt x="0" y="119062"/>
                </a:cubicBezTo>
                <a:cubicBezTo>
                  <a:pt x="0" y="114737"/>
                  <a:pt x="2511" y="110737"/>
                  <a:pt x="6465" y="108924"/>
                </a:cubicBezTo>
                <a:lnTo>
                  <a:pt x="22324" y="101575"/>
                </a:lnTo>
                <a:close/>
                <a:moveTo>
                  <a:pt x="6465" y="168455"/>
                </a:moveTo>
                <a:lnTo>
                  <a:pt x="22324" y="161106"/>
                </a:lnTo>
                <a:lnTo>
                  <a:pt x="98738" y="196407"/>
                </a:lnTo>
                <a:cubicBezTo>
                  <a:pt x="111621" y="202360"/>
                  <a:pt x="126457" y="202360"/>
                  <a:pt x="139340" y="196407"/>
                </a:cubicBezTo>
                <a:lnTo>
                  <a:pt x="215754" y="161106"/>
                </a:lnTo>
                <a:lnTo>
                  <a:pt x="231614" y="168455"/>
                </a:lnTo>
                <a:cubicBezTo>
                  <a:pt x="235567" y="170269"/>
                  <a:pt x="238078" y="174222"/>
                  <a:pt x="238078" y="178594"/>
                </a:cubicBezTo>
                <a:cubicBezTo>
                  <a:pt x="238078" y="182966"/>
                  <a:pt x="235567" y="186919"/>
                  <a:pt x="231614" y="188733"/>
                </a:cubicBezTo>
                <a:lnTo>
                  <a:pt x="129946" y="235707"/>
                </a:lnTo>
                <a:cubicBezTo>
                  <a:pt x="123016" y="238916"/>
                  <a:pt x="115016" y="238916"/>
                  <a:pt x="108086" y="235707"/>
                </a:cubicBezTo>
                <a:lnTo>
                  <a:pt x="6465" y="188733"/>
                </a:lnTo>
                <a:cubicBezTo>
                  <a:pt x="2511" y="186872"/>
                  <a:pt x="0" y="182919"/>
                  <a:pt x="0" y="178594"/>
                </a:cubicBezTo>
                <a:cubicBezTo>
                  <a:pt x="0" y="174268"/>
                  <a:pt x="2511" y="170269"/>
                  <a:pt x="6465" y="168455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1" name="Text 19"/>
          <p:cNvSpPr/>
          <p:nvPr/>
        </p:nvSpPr>
        <p:spPr>
          <a:xfrm>
            <a:off x="7253287" y="1752600"/>
            <a:ext cx="2778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Multi-Document Analysis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3287" y="2109788"/>
            <a:ext cx="2728516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 INTELLIGENCE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9537" y="2546350"/>
            <a:ext cx="5246688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relationships across entire contract portfolios. Identify patterns, common deviations, and portfolio-wide risks that would be impossible to detect through manual review.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9537" y="3479007"/>
            <a:ext cx="1309688" cy="277813"/>
          </a:xfrm>
          <a:custGeom>
            <a:avLst/>
            <a:gdLst/>
            <a:ahLst/>
            <a:cxnLst/>
            <a:rect l="l" t="t" r="r" b="b"/>
            <a:pathLst>
              <a:path w="1309688" h="277813">
                <a:moveTo>
                  <a:pt x="138906" y="0"/>
                </a:moveTo>
                <a:lnTo>
                  <a:pt x="1170781" y="0"/>
                </a:lnTo>
                <a:cubicBezTo>
                  <a:pt x="1247446" y="0"/>
                  <a:pt x="1309688" y="62242"/>
                  <a:pt x="1309688" y="138906"/>
                </a:cubicBezTo>
                <a:lnTo>
                  <a:pt x="1309688" y="138906"/>
                </a:lnTo>
                <a:cubicBezTo>
                  <a:pt x="1309688" y="215571"/>
                  <a:pt x="1247446" y="277813"/>
                  <a:pt x="1170781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59537" y="3479007"/>
            <a:ext cx="1379141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Detection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851874" y="3479007"/>
            <a:ext cx="992188" cy="277813"/>
          </a:xfrm>
          <a:custGeom>
            <a:avLst/>
            <a:gdLst/>
            <a:ahLst/>
            <a:cxnLst/>
            <a:rect l="l" t="t" r="r" b="b"/>
            <a:pathLst>
              <a:path w="992188" h="277813">
                <a:moveTo>
                  <a:pt x="138906" y="0"/>
                </a:moveTo>
                <a:lnTo>
                  <a:pt x="853281" y="0"/>
                </a:lnTo>
                <a:cubicBezTo>
                  <a:pt x="929946" y="0"/>
                  <a:pt x="992188" y="62242"/>
                  <a:pt x="992188" y="138906"/>
                </a:cubicBezTo>
                <a:lnTo>
                  <a:pt x="992188" y="138906"/>
                </a:lnTo>
                <a:cubicBezTo>
                  <a:pt x="992188" y="215571"/>
                  <a:pt x="929946" y="277813"/>
                  <a:pt x="853281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851874" y="3479007"/>
            <a:ext cx="1061641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Scoring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0675" y="4242595"/>
            <a:ext cx="5649913" cy="2490787"/>
          </a:xfrm>
          <a:custGeom>
            <a:avLst/>
            <a:gdLst/>
            <a:ahLst/>
            <a:cxnLst/>
            <a:rect l="l" t="t" r="r" b="b"/>
            <a:pathLst>
              <a:path w="5649913" h="2490787">
                <a:moveTo>
                  <a:pt x="119060" y="0"/>
                </a:moveTo>
                <a:lnTo>
                  <a:pt x="5530853" y="0"/>
                </a:lnTo>
                <a:cubicBezTo>
                  <a:pt x="5596608" y="0"/>
                  <a:pt x="5649913" y="53305"/>
                  <a:pt x="5649913" y="119060"/>
                </a:cubicBezTo>
                <a:lnTo>
                  <a:pt x="5649913" y="2371728"/>
                </a:lnTo>
                <a:cubicBezTo>
                  <a:pt x="5649913" y="2437483"/>
                  <a:pt x="5596608" y="2490787"/>
                  <a:pt x="5530853" y="2490787"/>
                </a:cubicBezTo>
                <a:lnTo>
                  <a:pt x="119060" y="2490787"/>
                </a:lnTo>
                <a:cubicBezTo>
                  <a:pt x="53305" y="2490787"/>
                  <a:pt x="0" y="2437483"/>
                  <a:pt x="0" y="2371728"/>
                </a:cubicBezTo>
                <a:lnTo>
                  <a:pt x="0" y="119060"/>
                </a:lnTo>
                <a:cubicBezTo>
                  <a:pt x="0" y="53305"/>
                  <a:pt x="53305" y="0"/>
                  <a:pt x="119060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1975" y="4483895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2397" y="468233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30649" y="106273"/>
                </a:moveTo>
                <a:cubicBezTo>
                  <a:pt x="36835" y="63019"/>
                  <a:pt x="74089" y="29766"/>
                  <a:pt x="119062" y="29766"/>
                </a:cubicBezTo>
                <a:cubicBezTo>
                  <a:pt x="143712" y="29766"/>
                  <a:pt x="166036" y="39765"/>
                  <a:pt x="182221" y="55904"/>
                </a:cubicBezTo>
                <a:cubicBezTo>
                  <a:pt x="182314" y="55997"/>
                  <a:pt x="182407" y="56090"/>
                  <a:pt x="182500" y="56183"/>
                </a:cubicBezTo>
                <a:lnTo>
                  <a:pt x="186035" y="59531"/>
                </a:lnTo>
                <a:lnTo>
                  <a:pt x="163757" y="59531"/>
                </a:lnTo>
                <a:cubicBezTo>
                  <a:pt x="155525" y="59531"/>
                  <a:pt x="148875" y="66182"/>
                  <a:pt x="148875" y="74414"/>
                </a:cubicBezTo>
                <a:cubicBezTo>
                  <a:pt x="148875" y="82646"/>
                  <a:pt x="155525" y="89297"/>
                  <a:pt x="163757" y="89297"/>
                </a:cubicBezTo>
                <a:lnTo>
                  <a:pt x="223289" y="89297"/>
                </a:lnTo>
                <a:cubicBezTo>
                  <a:pt x="231521" y="89297"/>
                  <a:pt x="238172" y="82646"/>
                  <a:pt x="238172" y="74414"/>
                </a:cubicBezTo>
                <a:lnTo>
                  <a:pt x="238172" y="14883"/>
                </a:lnTo>
                <a:cubicBezTo>
                  <a:pt x="238172" y="6651"/>
                  <a:pt x="231521" y="0"/>
                  <a:pt x="223289" y="0"/>
                </a:cubicBezTo>
                <a:cubicBezTo>
                  <a:pt x="215057" y="0"/>
                  <a:pt x="208406" y="6651"/>
                  <a:pt x="208406" y="14883"/>
                </a:cubicBezTo>
                <a:lnTo>
                  <a:pt x="208406" y="39719"/>
                </a:lnTo>
                <a:lnTo>
                  <a:pt x="203150" y="34742"/>
                </a:lnTo>
                <a:cubicBezTo>
                  <a:pt x="181617" y="13302"/>
                  <a:pt x="151851" y="0"/>
                  <a:pt x="119062" y="0"/>
                </a:cubicBezTo>
                <a:cubicBezTo>
                  <a:pt x="59066" y="0"/>
                  <a:pt x="9441" y="44369"/>
                  <a:pt x="1209" y="102087"/>
                </a:cubicBezTo>
                <a:cubicBezTo>
                  <a:pt x="47" y="110226"/>
                  <a:pt x="5674" y="117760"/>
                  <a:pt x="13813" y="118923"/>
                </a:cubicBezTo>
                <a:cubicBezTo>
                  <a:pt x="21952" y="120086"/>
                  <a:pt x="29487" y="114412"/>
                  <a:pt x="30649" y="106319"/>
                </a:cubicBezTo>
                <a:close/>
                <a:moveTo>
                  <a:pt x="236916" y="136038"/>
                </a:moveTo>
                <a:cubicBezTo>
                  <a:pt x="238078" y="127899"/>
                  <a:pt x="232404" y="120365"/>
                  <a:pt x="224312" y="119202"/>
                </a:cubicBezTo>
                <a:cubicBezTo>
                  <a:pt x="216219" y="118039"/>
                  <a:pt x="208638" y="123713"/>
                  <a:pt x="207476" y="131806"/>
                </a:cubicBezTo>
                <a:cubicBezTo>
                  <a:pt x="201290" y="175059"/>
                  <a:pt x="164036" y="208313"/>
                  <a:pt x="119062" y="208313"/>
                </a:cubicBezTo>
                <a:cubicBezTo>
                  <a:pt x="94413" y="208313"/>
                  <a:pt x="72089" y="198313"/>
                  <a:pt x="55904" y="182175"/>
                </a:cubicBezTo>
                <a:cubicBezTo>
                  <a:pt x="55811" y="182082"/>
                  <a:pt x="55718" y="181989"/>
                  <a:pt x="55625" y="181896"/>
                </a:cubicBezTo>
                <a:lnTo>
                  <a:pt x="52090" y="178547"/>
                </a:lnTo>
                <a:lnTo>
                  <a:pt x="74368" y="178547"/>
                </a:lnTo>
                <a:cubicBezTo>
                  <a:pt x="82600" y="178547"/>
                  <a:pt x="89250" y="171896"/>
                  <a:pt x="89250" y="163664"/>
                </a:cubicBezTo>
                <a:cubicBezTo>
                  <a:pt x="89250" y="155432"/>
                  <a:pt x="82600" y="148782"/>
                  <a:pt x="74368" y="148782"/>
                </a:cubicBezTo>
                <a:lnTo>
                  <a:pt x="14883" y="148828"/>
                </a:lnTo>
                <a:cubicBezTo>
                  <a:pt x="10930" y="148828"/>
                  <a:pt x="7116" y="150409"/>
                  <a:pt x="4325" y="153246"/>
                </a:cubicBezTo>
                <a:cubicBezTo>
                  <a:pt x="1535" y="156083"/>
                  <a:pt x="-47" y="159851"/>
                  <a:pt x="0" y="163850"/>
                </a:cubicBezTo>
                <a:lnTo>
                  <a:pt x="465" y="222917"/>
                </a:lnTo>
                <a:cubicBezTo>
                  <a:pt x="512" y="231149"/>
                  <a:pt x="7255" y="237753"/>
                  <a:pt x="15487" y="237660"/>
                </a:cubicBezTo>
                <a:cubicBezTo>
                  <a:pt x="23719" y="237567"/>
                  <a:pt x="30324" y="230870"/>
                  <a:pt x="30231" y="222638"/>
                </a:cubicBezTo>
                <a:lnTo>
                  <a:pt x="30045" y="198686"/>
                </a:lnTo>
                <a:lnTo>
                  <a:pt x="35021" y="203383"/>
                </a:lnTo>
                <a:cubicBezTo>
                  <a:pt x="56555" y="224823"/>
                  <a:pt x="86274" y="238125"/>
                  <a:pt x="119062" y="238125"/>
                </a:cubicBezTo>
                <a:cubicBezTo>
                  <a:pt x="179059" y="238125"/>
                  <a:pt x="228684" y="193756"/>
                  <a:pt x="236916" y="13603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1" name="Text 29"/>
          <p:cNvSpPr/>
          <p:nvPr/>
        </p:nvSpPr>
        <p:spPr>
          <a:xfrm>
            <a:off x="1355725" y="4483895"/>
            <a:ext cx="2420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Checking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55725" y="4841082"/>
            <a:ext cx="237132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VALIDATION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1975" y="5277645"/>
            <a:ext cx="5246688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 contracts against organizational policies, regulatory requirements, and standard templates. Ensure every agreement meets compliance standards before execution.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1975" y="6210301"/>
            <a:ext cx="1031875" cy="277813"/>
          </a:xfrm>
          <a:custGeom>
            <a:avLst/>
            <a:gdLst/>
            <a:ahLst/>
            <a:cxnLst/>
            <a:rect l="l" t="t" r="r" b="b"/>
            <a:pathLst>
              <a:path w="1031875" h="277813">
                <a:moveTo>
                  <a:pt x="138906" y="0"/>
                </a:moveTo>
                <a:lnTo>
                  <a:pt x="892969" y="0"/>
                </a:lnTo>
                <a:cubicBezTo>
                  <a:pt x="969633" y="0"/>
                  <a:pt x="1031875" y="62242"/>
                  <a:pt x="1031875" y="138906"/>
                </a:cubicBezTo>
                <a:lnTo>
                  <a:pt x="1031875" y="138906"/>
                </a:lnTo>
                <a:cubicBezTo>
                  <a:pt x="1031875" y="215571"/>
                  <a:pt x="969633" y="277813"/>
                  <a:pt x="892969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61975" y="6210301"/>
            <a:ext cx="1101328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Match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672233" y="6210301"/>
            <a:ext cx="1317625" cy="277813"/>
          </a:xfrm>
          <a:custGeom>
            <a:avLst/>
            <a:gdLst/>
            <a:ahLst/>
            <a:cxnLst/>
            <a:rect l="l" t="t" r="r" b="b"/>
            <a:pathLst>
              <a:path w="1317625" h="277813">
                <a:moveTo>
                  <a:pt x="138906" y="0"/>
                </a:moveTo>
                <a:lnTo>
                  <a:pt x="1178719" y="0"/>
                </a:lnTo>
                <a:cubicBezTo>
                  <a:pt x="1255383" y="0"/>
                  <a:pt x="1317625" y="62242"/>
                  <a:pt x="1317625" y="138906"/>
                </a:cubicBezTo>
                <a:lnTo>
                  <a:pt x="1317625" y="138906"/>
                </a:lnTo>
                <a:cubicBezTo>
                  <a:pt x="1317625" y="215571"/>
                  <a:pt x="1255383" y="277813"/>
                  <a:pt x="1178719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672233" y="6210301"/>
            <a:ext cx="1387078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Check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8238" y="4242595"/>
            <a:ext cx="5649913" cy="2490787"/>
          </a:xfrm>
          <a:custGeom>
            <a:avLst/>
            <a:gdLst/>
            <a:ahLst/>
            <a:cxnLst/>
            <a:rect l="l" t="t" r="r" b="b"/>
            <a:pathLst>
              <a:path w="5649913" h="2490787">
                <a:moveTo>
                  <a:pt x="119060" y="0"/>
                </a:moveTo>
                <a:lnTo>
                  <a:pt x="5530853" y="0"/>
                </a:lnTo>
                <a:cubicBezTo>
                  <a:pt x="5596608" y="0"/>
                  <a:pt x="5649913" y="53305"/>
                  <a:pt x="5649913" y="119060"/>
                </a:cubicBezTo>
                <a:lnTo>
                  <a:pt x="5649913" y="2371728"/>
                </a:lnTo>
                <a:cubicBezTo>
                  <a:pt x="5649913" y="2437483"/>
                  <a:pt x="5596608" y="2490787"/>
                  <a:pt x="5530853" y="2490787"/>
                </a:cubicBezTo>
                <a:lnTo>
                  <a:pt x="119060" y="2490787"/>
                </a:lnTo>
                <a:cubicBezTo>
                  <a:pt x="53305" y="2490787"/>
                  <a:pt x="0" y="2437483"/>
                  <a:pt x="0" y="2371728"/>
                </a:cubicBezTo>
                <a:lnTo>
                  <a:pt x="0" y="119060"/>
                </a:lnTo>
                <a:cubicBezTo>
                  <a:pt x="0" y="53305"/>
                  <a:pt x="53305" y="0"/>
                  <a:pt x="119060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59537" y="4483895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59959" y="468233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92459" y="837"/>
                </a:moveTo>
                <a:cubicBezTo>
                  <a:pt x="96645" y="-884"/>
                  <a:pt x="101436" y="47"/>
                  <a:pt x="104645" y="3256"/>
                </a:cubicBezTo>
                <a:lnTo>
                  <a:pt x="130690" y="29301"/>
                </a:lnTo>
                <a:cubicBezTo>
                  <a:pt x="135062" y="33672"/>
                  <a:pt x="135062" y="40742"/>
                  <a:pt x="130690" y="45067"/>
                </a:cubicBezTo>
                <a:lnTo>
                  <a:pt x="104645" y="71112"/>
                </a:lnTo>
                <a:cubicBezTo>
                  <a:pt x="101436" y="74321"/>
                  <a:pt x="96645" y="75251"/>
                  <a:pt x="92459" y="73530"/>
                </a:cubicBezTo>
                <a:cubicBezTo>
                  <a:pt x="88274" y="71810"/>
                  <a:pt x="85576" y="67763"/>
                  <a:pt x="85576" y="63252"/>
                </a:cubicBezTo>
                <a:lnTo>
                  <a:pt x="85576" y="52090"/>
                </a:lnTo>
                <a:lnTo>
                  <a:pt x="74414" y="52090"/>
                </a:lnTo>
                <a:cubicBezTo>
                  <a:pt x="66182" y="52090"/>
                  <a:pt x="59531" y="58741"/>
                  <a:pt x="59531" y="66973"/>
                </a:cubicBezTo>
                <a:lnTo>
                  <a:pt x="59531" y="166827"/>
                </a:lnTo>
                <a:cubicBezTo>
                  <a:pt x="72693" y="172548"/>
                  <a:pt x="81855" y="185663"/>
                  <a:pt x="81855" y="200918"/>
                </a:cubicBezTo>
                <a:cubicBezTo>
                  <a:pt x="81855" y="221475"/>
                  <a:pt x="65205" y="238125"/>
                  <a:pt x="44648" y="238125"/>
                </a:cubicBezTo>
                <a:cubicBezTo>
                  <a:pt x="24092" y="238125"/>
                  <a:pt x="7441" y="221475"/>
                  <a:pt x="7441" y="200918"/>
                </a:cubicBezTo>
                <a:cubicBezTo>
                  <a:pt x="7441" y="185663"/>
                  <a:pt x="16604" y="172548"/>
                  <a:pt x="29766" y="166827"/>
                </a:cubicBezTo>
                <a:lnTo>
                  <a:pt x="29766" y="66973"/>
                </a:lnTo>
                <a:cubicBezTo>
                  <a:pt x="29766" y="42323"/>
                  <a:pt x="49764" y="22324"/>
                  <a:pt x="74414" y="22324"/>
                </a:cubicBezTo>
                <a:lnTo>
                  <a:pt x="85576" y="22324"/>
                </a:lnTo>
                <a:lnTo>
                  <a:pt x="85576" y="11162"/>
                </a:lnTo>
                <a:cubicBezTo>
                  <a:pt x="85576" y="6651"/>
                  <a:pt x="88274" y="2558"/>
                  <a:pt x="92459" y="837"/>
                </a:cubicBezTo>
                <a:close/>
                <a:moveTo>
                  <a:pt x="182314" y="37207"/>
                </a:moveTo>
                <a:cubicBezTo>
                  <a:pt x="182314" y="43368"/>
                  <a:pt x="187316" y="48369"/>
                  <a:pt x="193477" y="48369"/>
                </a:cubicBezTo>
                <a:cubicBezTo>
                  <a:pt x="199637" y="48369"/>
                  <a:pt x="204639" y="43368"/>
                  <a:pt x="204639" y="37207"/>
                </a:cubicBezTo>
                <a:cubicBezTo>
                  <a:pt x="204639" y="31046"/>
                  <a:pt x="199637" y="26045"/>
                  <a:pt x="193477" y="26045"/>
                </a:cubicBezTo>
                <a:cubicBezTo>
                  <a:pt x="187316" y="26045"/>
                  <a:pt x="182314" y="31046"/>
                  <a:pt x="182314" y="37207"/>
                </a:cubicBezTo>
                <a:close/>
                <a:moveTo>
                  <a:pt x="178594" y="71298"/>
                </a:moveTo>
                <a:cubicBezTo>
                  <a:pt x="165432" y="65577"/>
                  <a:pt x="156270" y="52462"/>
                  <a:pt x="156270" y="37207"/>
                </a:cubicBezTo>
                <a:cubicBezTo>
                  <a:pt x="156270" y="16650"/>
                  <a:pt x="172920" y="0"/>
                  <a:pt x="193477" y="0"/>
                </a:cubicBezTo>
                <a:cubicBezTo>
                  <a:pt x="214033" y="0"/>
                  <a:pt x="230684" y="16650"/>
                  <a:pt x="230684" y="37207"/>
                </a:cubicBezTo>
                <a:cubicBezTo>
                  <a:pt x="230684" y="52462"/>
                  <a:pt x="221521" y="65577"/>
                  <a:pt x="208359" y="71298"/>
                </a:cubicBezTo>
                <a:lnTo>
                  <a:pt x="208359" y="171152"/>
                </a:lnTo>
                <a:cubicBezTo>
                  <a:pt x="208359" y="195802"/>
                  <a:pt x="188361" y="215801"/>
                  <a:pt x="163711" y="215801"/>
                </a:cubicBezTo>
                <a:lnTo>
                  <a:pt x="152549" y="215801"/>
                </a:lnTo>
                <a:lnTo>
                  <a:pt x="152549" y="226963"/>
                </a:lnTo>
                <a:cubicBezTo>
                  <a:pt x="152549" y="231474"/>
                  <a:pt x="149851" y="235567"/>
                  <a:pt x="145666" y="237288"/>
                </a:cubicBezTo>
                <a:cubicBezTo>
                  <a:pt x="141480" y="239009"/>
                  <a:pt x="136689" y="238078"/>
                  <a:pt x="133480" y="234869"/>
                </a:cubicBezTo>
                <a:lnTo>
                  <a:pt x="107435" y="208824"/>
                </a:lnTo>
                <a:cubicBezTo>
                  <a:pt x="103063" y="204453"/>
                  <a:pt x="103063" y="197383"/>
                  <a:pt x="107435" y="193058"/>
                </a:cubicBezTo>
                <a:lnTo>
                  <a:pt x="133480" y="167013"/>
                </a:lnTo>
                <a:cubicBezTo>
                  <a:pt x="136689" y="163804"/>
                  <a:pt x="141480" y="162874"/>
                  <a:pt x="145666" y="164595"/>
                </a:cubicBezTo>
                <a:cubicBezTo>
                  <a:pt x="149851" y="166315"/>
                  <a:pt x="152549" y="170362"/>
                  <a:pt x="152549" y="174873"/>
                </a:cubicBezTo>
                <a:lnTo>
                  <a:pt x="152549" y="186035"/>
                </a:lnTo>
                <a:lnTo>
                  <a:pt x="163711" y="186035"/>
                </a:lnTo>
                <a:cubicBezTo>
                  <a:pt x="171943" y="186035"/>
                  <a:pt x="178594" y="179384"/>
                  <a:pt x="178594" y="171152"/>
                </a:cubicBezTo>
                <a:lnTo>
                  <a:pt x="178594" y="71298"/>
                </a:lnTo>
                <a:close/>
                <a:moveTo>
                  <a:pt x="33486" y="200918"/>
                </a:moveTo>
                <a:cubicBezTo>
                  <a:pt x="33486" y="207079"/>
                  <a:pt x="38488" y="212080"/>
                  <a:pt x="44648" y="212080"/>
                </a:cubicBezTo>
                <a:cubicBezTo>
                  <a:pt x="50809" y="212080"/>
                  <a:pt x="55811" y="207079"/>
                  <a:pt x="55811" y="200918"/>
                </a:cubicBezTo>
                <a:cubicBezTo>
                  <a:pt x="55811" y="194757"/>
                  <a:pt x="50809" y="189756"/>
                  <a:pt x="44648" y="189756"/>
                </a:cubicBezTo>
                <a:cubicBezTo>
                  <a:pt x="38488" y="189756"/>
                  <a:pt x="33486" y="194757"/>
                  <a:pt x="33486" y="20091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1" name="Text 39"/>
          <p:cNvSpPr/>
          <p:nvPr/>
        </p:nvSpPr>
        <p:spPr>
          <a:xfrm>
            <a:off x="7253287" y="4483895"/>
            <a:ext cx="2365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Contract Comparison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53287" y="4841082"/>
            <a:ext cx="2315766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DIFFERENCE ANALYSIS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59537" y="5277645"/>
            <a:ext cx="5246688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any two contracts or a contract against a template to highlight differences, additions, and omissions. Visual diff views make deviations immediately apparent.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59537" y="6210301"/>
            <a:ext cx="1047750" cy="277813"/>
          </a:xfrm>
          <a:custGeom>
            <a:avLst/>
            <a:gdLst/>
            <a:ahLst/>
            <a:cxnLst/>
            <a:rect l="l" t="t" r="r" b="b"/>
            <a:pathLst>
              <a:path w="1047750" h="277813">
                <a:moveTo>
                  <a:pt x="138906" y="0"/>
                </a:moveTo>
                <a:lnTo>
                  <a:pt x="908844" y="0"/>
                </a:lnTo>
                <a:cubicBezTo>
                  <a:pt x="985508" y="0"/>
                  <a:pt x="1047750" y="62242"/>
                  <a:pt x="1047750" y="138906"/>
                </a:cubicBezTo>
                <a:lnTo>
                  <a:pt x="1047750" y="138906"/>
                </a:lnTo>
                <a:cubicBezTo>
                  <a:pt x="1047750" y="215571"/>
                  <a:pt x="985508" y="277813"/>
                  <a:pt x="908844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59537" y="6210301"/>
            <a:ext cx="1117203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Side-by-Side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84480" y="6210301"/>
            <a:ext cx="1277938" cy="277813"/>
          </a:xfrm>
          <a:custGeom>
            <a:avLst/>
            <a:gdLst/>
            <a:ahLst/>
            <a:cxnLst/>
            <a:rect l="l" t="t" r="r" b="b"/>
            <a:pathLst>
              <a:path w="1277938" h="277813">
                <a:moveTo>
                  <a:pt x="138906" y="0"/>
                </a:moveTo>
                <a:lnTo>
                  <a:pt x="1139031" y="0"/>
                </a:lnTo>
                <a:cubicBezTo>
                  <a:pt x="1215696" y="0"/>
                  <a:pt x="1277938" y="62242"/>
                  <a:pt x="1277938" y="138906"/>
                </a:cubicBezTo>
                <a:lnTo>
                  <a:pt x="1277938" y="138906"/>
                </a:lnTo>
                <a:cubicBezTo>
                  <a:pt x="1277938" y="215571"/>
                  <a:pt x="1215696" y="277813"/>
                  <a:pt x="1139031" y="277813"/>
                </a:cubicBezTo>
                <a:lnTo>
                  <a:pt x="138906" y="277813"/>
                </a:lnTo>
                <a:cubicBezTo>
                  <a:pt x="62242" y="277813"/>
                  <a:pt x="0" y="215571"/>
                  <a:pt x="0" y="138906"/>
                </a:cubicBezTo>
                <a:lnTo>
                  <a:pt x="0" y="138906"/>
                </a:lnTo>
                <a:cubicBezTo>
                  <a:pt x="0" y="62242"/>
                  <a:pt x="62242" y="0"/>
                  <a:pt x="138906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584480" y="6210301"/>
            <a:ext cx="1347391" cy="277813"/>
          </a:xfrm>
          <a:prstGeom prst="rect">
            <a:avLst/>
          </a:prstGeom>
          <a:noFill/>
          <a:ln/>
        </p:spPr>
        <p:txBody>
          <a:bodyPr wrap="square" lIns="119063" tIns="39688" rIns="119063" bIns="39688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Tracking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0675" y="6894514"/>
            <a:ext cx="11547475" cy="561975"/>
          </a:xfrm>
          <a:custGeom>
            <a:avLst/>
            <a:gdLst/>
            <a:ahLst/>
            <a:cxnLst/>
            <a:rect l="l" t="t" r="r" b="b"/>
            <a:pathLst>
              <a:path w="11547475" h="561975">
                <a:moveTo>
                  <a:pt x="79373" y="0"/>
                </a:moveTo>
                <a:lnTo>
                  <a:pt x="11468102" y="0"/>
                </a:lnTo>
                <a:cubicBezTo>
                  <a:pt x="11511938" y="0"/>
                  <a:pt x="11547475" y="35537"/>
                  <a:pt x="11547475" y="79373"/>
                </a:cubicBezTo>
                <a:lnTo>
                  <a:pt x="11547475" y="482602"/>
                </a:lnTo>
                <a:cubicBezTo>
                  <a:pt x="11547475" y="526438"/>
                  <a:pt x="11511938" y="561975"/>
                  <a:pt x="11468102" y="561975"/>
                </a:cubicBezTo>
                <a:lnTo>
                  <a:pt x="79373" y="561975"/>
                </a:lnTo>
                <a:cubicBezTo>
                  <a:pt x="35566" y="561975"/>
                  <a:pt x="0" y="526409"/>
                  <a:pt x="0" y="4826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836" y="709454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50" name="Text 48"/>
          <p:cNvSpPr/>
          <p:nvPr/>
        </p:nvSpPr>
        <p:spPr>
          <a:xfrm>
            <a:off x="690959" y="7056438"/>
            <a:ext cx="110549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Key Workflows:</a:t>
            </a:r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Analyze a single contract • Compare with others • Query across all contracts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95250" y="0"/>
                </a:moveTo>
                <a:lnTo>
                  <a:pt x="381000" y="0"/>
                </a:lnTo>
                <a:cubicBezTo>
                  <a:pt x="433570" y="0"/>
                  <a:pt x="476250" y="42680"/>
                  <a:pt x="476250" y="95250"/>
                </a:cubicBezTo>
                <a:lnTo>
                  <a:pt x="476250" y="381000"/>
                </a:lnTo>
                <a:cubicBezTo>
                  <a:pt x="476250" y="433570"/>
                  <a:pt x="433570" y="476250"/>
                  <a:pt x="381000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1373" y="514350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80367" y="26789"/>
                </a:moveTo>
                <a:cubicBezTo>
                  <a:pt x="80367" y="19380"/>
                  <a:pt x="86353" y="13395"/>
                  <a:pt x="93762" y="13395"/>
                </a:cubicBezTo>
                <a:lnTo>
                  <a:pt x="120551" y="13395"/>
                </a:lnTo>
                <a:cubicBezTo>
                  <a:pt x="127960" y="13395"/>
                  <a:pt x="133945" y="19380"/>
                  <a:pt x="133945" y="26789"/>
                </a:cubicBezTo>
                <a:lnTo>
                  <a:pt x="133945" y="53578"/>
                </a:lnTo>
                <a:cubicBezTo>
                  <a:pt x="133945" y="60987"/>
                  <a:pt x="127960" y="66973"/>
                  <a:pt x="120551" y="66973"/>
                </a:cubicBezTo>
                <a:lnTo>
                  <a:pt x="117202" y="66973"/>
                </a:lnTo>
                <a:lnTo>
                  <a:pt x="117202" y="93762"/>
                </a:lnTo>
                <a:lnTo>
                  <a:pt x="167432" y="93762"/>
                </a:lnTo>
                <a:cubicBezTo>
                  <a:pt x="184091" y="93762"/>
                  <a:pt x="197569" y="107240"/>
                  <a:pt x="197569" y="123899"/>
                </a:cubicBezTo>
                <a:lnTo>
                  <a:pt x="197569" y="147340"/>
                </a:lnTo>
                <a:lnTo>
                  <a:pt x="200918" y="147340"/>
                </a:lnTo>
                <a:cubicBezTo>
                  <a:pt x="208327" y="147340"/>
                  <a:pt x="214313" y="153326"/>
                  <a:pt x="214313" y="160734"/>
                </a:cubicBezTo>
                <a:lnTo>
                  <a:pt x="214313" y="187523"/>
                </a:lnTo>
                <a:cubicBezTo>
                  <a:pt x="214313" y="194932"/>
                  <a:pt x="208327" y="200918"/>
                  <a:pt x="200918" y="200918"/>
                </a:cubicBezTo>
                <a:lnTo>
                  <a:pt x="174129" y="200918"/>
                </a:lnTo>
                <a:cubicBezTo>
                  <a:pt x="166720" y="200918"/>
                  <a:pt x="160734" y="194932"/>
                  <a:pt x="160734" y="187523"/>
                </a:cubicBezTo>
                <a:lnTo>
                  <a:pt x="160734" y="160734"/>
                </a:lnTo>
                <a:cubicBezTo>
                  <a:pt x="160734" y="153326"/>
                  <a:pt x="166720" y="147340"/>
                  <a:pt x="174129" y="147340"/>
                </a:cubicBezTo>
                <a:lnTo>
                  <a:pt x="177478" y="147340"/>
                </a:lnTo>
                <a:lnTo>
                  <a:pt x="177478" y="123899"/>
                </a:lnTo>
                <a:cubicBezTo>
                  <a:pt x="177478" y="118332"/>
                  <a:pt x="172999" y="113854"/>
                  <a:pt x="167432" y="113854"/>
                </a:cubicBezTo>
                <a:lnTo>
                  <a:pt x="117202" y="113854"/>
                </a:lnTo>
                <a:lnTo>
                  <a:pt x="117202" y="147340"/>
                </a:lnTo>
                <a:lnTo>
                  <a:pt x="120551" y="147340"/>
                </a:lnTo>
                <a:cubicBezTo>
                  <a:pt x="127960" y="147340"/>
                  <a:pt x="133945" y="153326"/>
                  <a:pt x="133945" y="160734"/>
                </a:cubicBezTo>
                <a:lnTo>
                  <a:pt x="133945" y="187523"/>
                </a:lnTo>
                <a:cubicBezTo>
                  <a:pt x="133945" y="194932"/>
                  <a:pt x="127960" y="200918"/>
                  <a:pt x="120551" y="200918"/>
                </a:cubicBezTo>
                <a:lnTo>
                  <a:pt x="93762" y="200918"/>
                </a:lnTo>
                <a:cubicBezTo>
                  <a:pt x="86353" y="200918"/>
                  <a:pt x="80367" y="194932"/>
                  <a:pt x="80367" y="187523"/>
                </a:cubicBezTo>
                <a:lnTo>
                  <a:pt x="80367" y="160734"/>
                </a:lnTo>
                <a:cubicBezTo>
                  <a:pt x="80367" y="153326"/>
                  <a:pt x="86353" y="147340"/>
                  <a:pt x="93762" y="147340"/>
                </a:cubicBezTo>
                <a:lnTo>
                  <a:pt x="97110" y="147340"/>
                </a:lnTo>
                <a:lnTo>
                  <a:pt x="97110" y="113854"/>
                </a:lnTo>
                <a:lnTo>
                  <a:pt x="46881" y="113854"/>
                </a:lnTo>
                <a:cubicBezTo>
                  <a:pt x="41314" y="113854"/>
                  <a:pt x="36835" y="118332"/>
                  <a:pt x="36835" y="123899"/>
                </a:cubicBezTo>
                <a:lnTo>
                  <a:pt x="36835" y="147340"/>
                </a:lnTo>
                <a:lnTo>
                  <a:pt x="40184" y="147340"/>
                </a:lnTo>
                <a:cubicBezTo>
                  <a:pt x="47592" y="147340"/>
                  <a:pt x="53578" y="153326"/>
                  <a:pt x="53578" y="160734"/>
                </a:cubicBezTo>
                <a:lnTo>
                  <a:pt x="53578" y="187523"/>
                </a:lnTo>
                <a:cubicBezTo>
                  <a:pt x="53578" y="194932"/>
                  <a:pt x="47592" y="200918"/>
                  <a:pt x="40184" y="200918"/>
                </a:cubicBezTo>
                <a:lnTo>
                  <a:pt x="13395" y="200918"/>
                </a:lnTo>
                <a:cubicBezTo>
                  <a:pt x="5986" y="200918"/>
                  <a:pt x="0" y="194932"/>
                  <a:pt x="0" y="187523"/>
                </a:cubicBezTo>
                <a:lnTo>
                  <a:pt x="0" y="160734"/>
                </a:lnTo>
                <a:cubicBezTo>
                  <a:pt x="0" y="153326"/>
                  <a:pt x="5986" y="147340"/>
                  <a:pt x="13395" y="147340"/>
                </a:cubicBezTo>
                <a:lnTo>
                  <a:pt x="16743" y="147340"/>
                </a:lnTo>
                <a:lnTo>
                  <a:pt x="16743" y="123899"/>
                </a:lnTo>
                <a:cubicBezTo>
                  <a:pt x="16743" y="107240"/>
                  <a:pt x="30221" y="93762"/>
                  <a:pt x="46881" y="93762"/>
                </a:cubicBezTo>
                <a:lnTo>
                  <a:pt x="97110" y="93762"/>
                </a:lnTo>
                <a:lnTo>
                  <a:pt x="97110" y="66973"/>
                </a:lnTo>
                <a:lnTo>
                  <a:pt x="93762" y="66973"/>
                </a:lnTo>
                <a:cubicBezTo>
                  <a:pt x="86353" y="66973"/>
                  <a:pt x="80367" y="60987"/>
                  <a:pt x="80367" y="53578"/>
                </a:cubicBezTo>
                <a:lnTo>
                  <a:pt x="80367" y="26789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1000125" y="476250"/>
            <a:ext cx="2600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spc="75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2306004"/>
            <a:ext cx="1483995" cy="2150745"/>
          </a:xfrm>
          <a:custGeom>
            <a:avLst/>
            <a:gdLst/>
            <a:ahLst/>
            <a:cxnLst/>
            <a:rect l="l" t="t" r="r" b="b"/>
            <a:pathLst>
              <a:path w="1483995" h="2150745">
                <a:moveTo>
                  <a:pt x="142879" y="0"/>
                </a:moveTo>
                <a:lnTo>
                  <a:pt x="1341116" y="0"/>
                </a:lnTo>
                <a:cubicBezTo>
                  <a:pt x="1420026" y="0"/>
                  <a:pt x="1483995" y="63969"/>
                  <a:pt x="1483995" y="142879"/>
                </a:cubicBezTo>
                <a:lnTo>
                  <a:pt x="1483995" y="2007866"/>
                </a:lnTo>
                <a:cubicBezTo>
                  <a:pt x="1483995" y="2086776"/>
                  <a:pt x="1420026" y="2150745"/>
                  <a:pt x="1341116" y="2150745"/>
                </a:cubicBezTo>
                <a:lnTo>
                  <a:pt x="142879" y="2150745"/>
                </a:lnTo>
                <a:cubicBezTo>
                  <a:pt x="63969" y="2150745"/>
                  <a:pt x="0" y="2086776"/>
                  <a:pt x="0" y="2007866"/>
                </a:cubicBezTo>
                <a:lnTo>
                  <a:pt x="0" y="142879"/>
                </a:lnTo>
                <a:cubicBezTo>
                  <a:pt x="0" y="64022"/>
                  <a:pt x="64022" y="0"/>
                  <a:pt x="142879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1885" y="2547938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95252" y="0"/>
                </a:moveTo>
                <a:lnTo>
                  <a:pt x="571498" y="0"/>
                </a:lnTo>
                <a:cubicBezTo>
                  <a:pt x="624069" y="0"/>
                  <a:pt x="666750" y="42681"/>
                  <a:pt x="666750" y="95252"/>
                </a:cubicBezTo>
                <a:lnTo>
                  <a:pt x="666750" y="571498"/>
                </a:lnTo>
                <a:cubicBezTo>
                  <a:pt x="666750" y="624104"/>
                  <a:pt x="624104" y="666750"/>
                  <a:pt x="57149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6907" y="273843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0"/>
                </a:moveTo>
                <a:cubicBezTo>
                  <a:pt x="33877" y="0"/>
                  <a:pt x="17859" y="16018"/>
                  <a:pt x="17859" y="35719"/>
                </a:cubicBezTo>
                <a:lnTo>
                  <a:pt x="17859" y="250031"/>
                </a:lnTo>
                <a:cubicBezTo>
                  <a:pt x="17859" y="269732"/>
                  <a:pt x="33877" y="285750"/>
                  <a:pt x="53578" y="285750"/>
                </a:cubicBezTo>
                <a:lnTo>
                  <a:pt x="98227" y="285750"/>
                </a:lnTo>
                <a:lnTo>
                  <a:pt x="98227" y="223242"/>
                </a:lnTo>
                <a:cubicBezTo>
                  <a:pt x="98227" y="203541"/>
                  <a:pt x="114244" y="187523"/>
                  <a:pt x="133945" y="187523"/>
                </a:cubicBezTo>
                <a:lnTo>
                  <a:pt x="232172" y="187523"/>
                </a:lnTo>
                <a:lnTo>
                  <a:pt x="232172" y="95157"/>
                </a:lnTo>
                <a:cubicBezTo>
                  <a:pt x="232172" y="85669"/>
                  <a:pt x="228433" y="76572"/>
                  <a:pt x="221735" y="69875"/>
                </a:cubicBezTo>
                <a:lnTo>
                  <a:pt x="162241" y="10437"/>
                </a:lnTo>
                <a:cubicBezTo>
                  <a:pt x="155544" y="3739"/>
                  <a:pt x="146503" y="0"/>
                  <a:pt x="137015" y="0"/>
                </a:cubicBezTo>
                <a:lnTo>
                  <a:pt x="53578" y="0"/>
                </a:lnTo>
                <a:close/>
                <a:moveTo>
                  <a:pt x="199523" y="98227"/>
                </a:moveTo>
                <a:lnTo>
                  <a:pt x="147340" y="98227"/>
                </a:lnTo>
                <a:cubicBezTo>
                  <a:pt x="139917" y="98227"/>
                  <a:pt x="133945" y="92255"/>
                  <a:pt x="133945" y="84832"/>
                </a:cubicBezTo>
                <a:lnTo>
                  <a:pt x="133945" y="32649"/>
                </a:lnTo>
                <a:lnTo>
                  <a:pt x="199523" y="98227"/>
                </a:lnTo>
                <a:close/>
                <a:moveTo>
                  <a:pt x="133945" y="212080"/>
                </a:moveTo>
                <a:cubicBezTo>
                  <a:pt x="127806" y="212080"/>
                  <a:pt x="122783" y="217103"/>
                  <a:pt x="122783" y="223242"/>
                </a:cubicBezTo>
                <a:lnTo>
                  <a:pt x="122783" y="294680"/>
                </a:lnTo>
                <a:cubicBezTo>
                  <a:pt x="122783" y="300819"/>
                  <a:pt x="127806" y="305842"/>
                  <a:pt x="133945" y="305842"/>
                </a:cubicBezTo>
                <a:cubicBezTo>
                  <a:pt x="140084" y="305842"/>
                  <a:pt x="145107" y="300819"/>
                  <a:pt x="145107" y="294680"/>
                </a:cubicBezTo>
                <a:lnTo>
                  <a:pt x="145107" y="279053"/>
                </a:lnTo>
                <a:lnTo>
                  <a:pt x="151805" y="279053"/>
                </a:lnTo>
                <a:cubicBezTo>
                  <a:pt x="170278" y="279053"/>
                  <a:pt x="185291" y="264040"/>
                  <a:pt x="185291" y="245566"/>
                </a:cubicBezTo>
                <a:cubicBezTo>
                  <a:pt x="185291" y="227093"/>
                  <a:pt x="170278" y="212080"/>
                  <a:pt x="151805" y="212080"/>
                </a:cubicBezTo>
                <a:lnTo>
                  <a:pt x="133945" y="212080"/>
                </a:lnTo>
                <a:close/>
                <a:moveTo>
                  <a:pt x="151805" y="256729"/>
                </a:moveTo>
                <a:lnTo>
                  <a:pt x="145107" y="256729"/>
                </a:lnTo>
                <a:lnTo>
                  <a:pt x="145107" y="234404"/>
                </a:lnTo>
                <a:lnTo>
                  <a:pt x="151805" y="234404"/>
                </a:lnTo>
                <a:cubicBezTo>
                  <a:pt x="157944" y="234404"/>
                  <a:pt x="162967" y="239427"/>
                  <a:pt x="162967" y="245566"/>
                </a:cubicBezTo>
                <a:cubicBezTo>
                  <a:pt x="162967" y="251706"/>
                  <a:pt x="157944" y="256729"/>
                  <a:pt x="151805" y="256729"/>
                </a:cubicBezTo>
                <a:close/>
                <a:moveTo>
                  <a:pt x="205383" y="212080"/>
                </a:moveTo>
                <a:cubicBezTo>
                  <a:pt x="199244" y="212080"/>
                  <a:pt x="194221" y="217103"/>
                  <a:pt x="194221" y="223242"/>
                </a:cubicBezTo>
                <a:lnTo>
                  <a:pt x="194221" y="294680"/>
                </a:lnTo>
                <a:cubicBezTo>
                  <a:pt x="194221" y="300819"/>
                  <a:pt x="199244" y="305842"/>
                  <a:pt x="205383" y="305842"/>
                </a:cubicBezTo>
                <a:lnTo>
                  <a:pt x="223242" y="305842"/>
                </a:lnTo>
                <a:cubicBezTo>
                  <a:pt x="239260" y="305842"/>
                  <a:pt x="252264" y="292838"/>
                  <a:pt x="252264" y="276820"/>
                </a:cubicBezTo>
                <a:lnTo>
                  <a:pt x="252264" y="241102"/>
                </a:lnTo>
                <a:cubicBezTo>
                  <a:pt x="252264" y="225084"/>
                  <a:pt x="239260" y="212080"/>
                  <a:pt x="223242" y="212080"/>
                </a:cubicBezTo>
                <a:lnTo>
                  <a:pt x="205383" y="212080"/>
                </a:lnTo>
                <a:close/>
                <a:moveTo>
                  <a:pt x="216545" y="283518"/>
                </a:moveTo>
                <a:lnTo>
                  <a:pt x="216545" y="234404"/>
                </a:lnTo>
                <a:lnTo>
                  <a:pt x="223242" y="234404"/>
                </a:lnTo>
                <a:cubicBezTo>
                  <a:pt x="226926" y="234404"/>
                  <a:pt x="229939" y="237418"/>
                  <a:pt x="229939" y="241102"/>
                </a:cubicBezTo>
                <a:lnTo>
                  <a:pt x="229939" y="276820"/>
                </a:lnTo>
                <a:cubicBezTo>
                  <a:pt x="229939" y="280504"/>
                  <a:pt x="226926" y="283518"/>
                  <a:pt x="223242" y="283518"/>
                </a:cubicBezTo>
                <a:lnTo>
                  <a:pt x="216545" y="283518"/>
                </a:lnTo>
                <a:close/>
                <a:moveTo>
                  <a:pt x="265658" y="223242"/>
                </a:moveTo>
                <a:lnTo>
                  <a:pt x="265658" y="294680"/>
                </a:lnTo>
                <a:cubicBezTo>
                  <a:pt x="265658" y="300819"/>
                  <a:pt x="270681" y="305842"/>
                  <a:pt x="276820" y="305842"/>
                </a:cubicBezTo>
                <a:cubicBezTo>
                  <a:pt x="282959" y="305842"/>
                  <a:pt x="287982" y="300819"/>
                  <a:pt x="287982" y="294680"/>
                </a:cubicBezTo>
                <a:lnTo>
                  <a:pt x="287982" y="270123"/>
                </a:lnTo>
                <a:lnTo>
                  <a:pt x="303609" y="270123"/>
                </a:lnTo>
                <a:cubicBezTo>
                  <a:pt x="309749" y="270123"/>
                  <a:pt x="314771" y="265100"/>
                  <a:pt x="314771" y="258961"/>
                </a:cubicBezTo>
                <a:cubicBezTo>
                  <a:pt x="314771" y="252822"/>
                  <a:pt x="309749" y="247799"/>
                  <a:pt x="303609" y="247799"/>
                </a:cubicBezTo>
                <a:lnTo>
                  <a:pt x="287982" y="247799"/>
                </a:lnTo>
                <a:lnTo>
                  <a:pt x="287982" y="234404"/>
                </a:lnTo>
                <a:lnTo>
                  <a:pt x="303609" y="234404"/>
                </a:lnTo>
                <a:cubicBezTo>
                  <a:pt x="309749" y="234404"/>
                  <a:pt x="314771" y="229381"/>
                  <a:pt x="314771" y="223242"/>
                </a:cubicBezTo>
                <a:cubicBezTo>
                  <a:pt x="314771" y="217103"/>
                  <a:pt x="309749" y="212080"/>
                  <a:pt x="303609" y="212080"/>
                </a:cubicBezTo>
                <a:lnTo>
                  <a:pt x="276820" y="212080"/>
                </a:lnTo>
                <a:cubicBezTo>
                  <a:pt x="270681" y="212080"/>
                  <a:pt x="265658" y="217103"/>
                  <a:pt x="265658" y="223242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9" name="Text 7"/>
          <p:cNvSpPr/>
          <p:nvPr/>
        </p:nvSpPr>
        <p:spPr>
          <a:xfrm>
            <a:off x="573167" y="3357563"/>
            <a:ext cx="11072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8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PDF/JPEG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073" y="3738563"/>
            <a:ext cx="10834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Documents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50613" y="324421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6386" y="2425067"/>
            <a:ext cx="1960245" cy="1912620"/>
          </a:xfrm>
          <a:custGeom>
            <a:avLst/>
            <a:gdLst/>
            <a:ahLst/>
            <a:cxnLst/>
            <a:rect l="l" t="t" r="r" b="b"/>
            <a:pathLst>
              <a:path w="1960245" h="1912620">
                <a:moveTo>
                  <a:pt x="142873" y="0"/>
                </a:moveTo>
                <a:lnTo>
                  <a:pt x="1817372" y="0"/>
                </a:lnTo>
                <a:cubicBezTo>
                  <a:pt x="1896226" y="0"/>
                  <a:pt x="1960245" y="64019"/>
                  <a:pt x="1960245" y="142873"/>
                </a:cubicBezTo>
                <a:lnTo>
                  <a:pt x="1960245" y="1769747"/>
                </a:lnTo>
                <a:cubicBezTo>
                  <a:pt x="1960245" y="1848601"/>
                  <a:pt x="1896226" y="1912620"/>
                  <a:pt x="1817372" y="1912620"/>
                </a:cubicBezTo>
                <a:lnTo>
                  <a:pt x="142873" y="1912620"/>
                </a:lnTo>
                <a:cubicBezTo>
                  <a:pt x="64019" y="1912620"/>
                  <a:pt x="0" y="1848601"/>
                  <a:pt x="0" y="1769747"/>
                </a:cubicBezTo>
                <a:lnTo>
                  <a:pt x="0" y="142873"/>
                </a:lnTo>
                <a:cubicBezTo>
                  <a:pt x="0" y="64019"/>
                  <a:pt x="64019" y="0"/>
                  <a:pt x="142873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491" y="266700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95252" y="0"/>
                </a:moveTo>
                <a:lnTo>
                  <a:pt x="571498" y="0"/>
                </a:lnTo>
                <a:cubicBezTo>
                  <a:pt x="624069" y="0"/>
                  <a:pt x="666750" y="42681"/>
                  <a:pt x="666750" y="95252"/>
                </a:cubicBezTo>
                <a:lnTo>
                  <a:pt x="666750" y="571498"/>
                </a:lnTo>
                <a:cubicBezTo>
                  <a:pt x="666750" y="624104"/>
                  <a:pt x="624104" y="666750"/>
                  <a:pt x="57149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38513" y="28575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17859"/>
                </a:moveTo>
                <a:cubicBezTo>
                  <a:pt x="115639" y="17859"/>
                  <a:pt x="79530" y="38398"/>
                  <a:pt x="53243" y="62843"/>
                </a:cubicBezTo>
                <a:cubicBezTo>
                  <a:pt x="27124" y="87120"/>
                  <a:pt x="9655" y="116086"/>
                  <a:pt x="1339" y="136010"/>
                </a:cubicBezTo>
                <a:cubicBezTo>
                  <a:pt x="-502" y="140419"/>
                  <a:pt x="-502" y="145331"/>
                  <a:pt x="1339" y="149740"/>
                </a:cubicBezTo>
                <a:cubicBezTo>
                  <a:pt x="9655" y="169664"/>
                  <a:pt x="27124" y="198686"/>
                  <a:pt x="53243" y="222907"/>
                </a:cubicBezTo>
                <a:cubicBezTo>
                  <a:pt x="79530" y="247297"/>
                  <a:pt x="115639" y="267891"/>
                  <a:pt x="160734" y="267891"/>
                </a:cubicBezTo>
                <a:cubicBezTo>
                  <a:pt x="205829" y="267891"/>
                  <a:pt x="241939" y="247352"/>
                  <a:pt x="268225" y="222907"/>
                </a:cubicBezTo>
                <a:cubicBezTo>
                  <a:pt x="294345" y="198630"/>
                  <a:pt x="311814" y="169664"/>
                  <a:pt x="320129" y="149740"/>
                </a:cubicBezTo>
                <a:cubicBezTo>
                  <a:pt x="321971" y="145331"/>
                  <a:pt x="321971" y="140419"/>
                  <a:pt x="320129" y="136010"/>
                </a:cubicBezTo>
                <a:cubicBezTo>
                  <a:pt x="311814" y="116086"/>
                  <a:pt x="294345" y="87064"/>
                  <a:pt x="268225" y="62843"/>
                </a:cubicBezTo>
                <a:cubicBezTo>
                  <a:pt x="241939" y="38453"/>
                  <a:pt x="205829" y="17859"/>
                  <a:pt x="160734" y="17859"/>
                </a:cubicBezTo>
                <a:close/>
                <a:moveTo>
                  <a:pt x="80367" y="142875"/>
                </a:moveTo>
                <a:cubicBezTo>
                  <a:pt x="80367" y="98519"/>
                  <a:pt x="116379" y="62508"/>
                  <a:pt x="160734" y="62508"/>
                </a:cubicBezTo>
                <a:cubicBezTo>
                  <a:pt x="205090" y="62508"/>
                  <a:pt x="241102" y="98519"/>
                  <a:pt x="241102" y="142875"/>
                </a:cubicBezTo>
                <a:cubicBezTo>
                  <a:pt x="241102" y="187231"/>
                  <a:pt x="205090" y="223242"/>
                  <a:pt x="160734" y="223242"/>
                </a:cubicBezTo>
                <a:cubicBezTo>
                  <a:pt x="116379" y="223242"/>
                  <a:pt x="80367" y="187231"/>
                  <a:pt x="80367" y="142875"/>
                </a:cubicBezTo>
                <a:close/>
                <a:moveTo>
                  <a:pt x="160734" y="107156"/>
                </a:moveTo>
                <a:cubicBezTo>
                  <a:pt x="160734" y="126857"/>
                  <a:pt x="144717" y="142875"/>
                  <a:pt x="125016" y="142875"/>
                </a:cubicBezTo>
                <a:cubicBezTo>
                  <a:pt x="118597" y="142875"/>
                  <a:pt x="112570" y="141201"/>
                  <a:pt x="107324" y="138187"/>
                </a:cubicBezTo>
                <a:cubicBezTo>
                  <a:pt x="106766" y="144270"/>
                  <a:pt x="107268" y="150521"/>
                  <a:pt x="108942" y="156716"/>
                </a:cubicBezTo>
                <a:cubicBezTo>
                  <a:pt x="116588" y="185291"/>
                  <a:pt x="146000" y="202257"/>
                  <a:pt x="174575" y="194611"/>
                </a:cubicBezTo>
                <a:cubicBezTo>
                  <a:pt x="203150" y="186965"/>
                  <a:pt x="220117" y="157553"/>
                  <a:pt x="212471" y="128978"/>
                </a:cubicBezTo>
                <a:cubicBezTo>
                  <a:pt x="205662" y="103473"/>
                  <a:pt x="181496" y="87232"/>
                  <a:pt x="156046" y="89464"/>
                </a:cubicBezTo>
                <a:cubicBezTo>
                  <a:pt x="159004" y="94655"/>
                  <a:pt x="160734" y="100682"/>
                  <a:pt x="160734" y="107156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5" name="Text 13"/>
          <p:cNvSpPr/>
          <p:nvPr/>
        </p:nvSpPr>
        <p:spPr>
          <a:xfrm>
            <a:off x="2704743" y="3476625"/>
            <a:ext cx="158353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8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OCR/Extraction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16649" y="3857625"/>
            <a:ext cx="15597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Recognition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2130" y="324421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7903" y="2306004"/>
            <a:ext cx="1512570" cy="2150745"/>
          </a:xfrm>
          <a:custGeom>
            <a:avLst/>
            <a:gdLst/>
            <a:ahLst/>
            <a:cxnLst/>
            <a:rect l="l" t="t" r="r" b="b"/>
            <a:pathLst>
              <a:path w="1512570" h="2150745">
                <a:moveTo>
                  <a:pt x="142877" y="0"/>
                </a:moveTo>
                <a:lnTo>
                  <a:pt x="1369693" y="0"/>
                </a:lnTo>
                <a:cubicBezTo>
                  <a:pt x="1448549" y="0"/>
                  <a:pt x="1512570" y="64021"/>
                  <a:pt x="1512570" y="142877"/>
                </a:cubicBezTo>
                <a:lnTo>
                  <a:pt x="1512570" y="2007868"/>
                </a:lnTo>
                <a:cubicBezTo>
                  <a:pt x="1512570" y="2086777"/>
                  <a:pt x="1448602" y="2150745"/>
                  <a:pt x="1369693" y="2150745"/>
                </a:cubicBezTo>
                <a:lnTo>
                  <a:pt x="142877" y="2150745"/>
                </a:lnTo>
                <a:cubicBezTo>
                  <a:pt x="63968" y="2150745"/>
                  <a:pt x="0" y="2086777"/>
                  <a:pt x="0" y="2007868"/>
                </a:cubicBezTo>
                <a:lnTo>
                  <a:pt x="0" y="142877"/>
                </a:lnTo>
                <a:cubicBezTo>
                  <a:pt x="0" y="64021"/>
                  <a:pt x="64021" y="0"/>
                  <a:pt x="142877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52123" y="2547938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95252" y="0"/>
                </a:moveTo>
                <a:lnTo>
                  <a:pt x="571498" y="0"/>
                </a:lnTo>
                <a:cubicBezTo>
                  <a:pt x="624069" y="0"/>
                  <a:pt x="666750" y="42681"/>
                  <a:pt x="666750" y="95252"/>
                </a:cubicBezTo>
                <a:lnTo>
                  <a:pt x="666750" y="571498"/>
                </a:lnTo>
                <a:cubicBezTo>
                  <a:pt x="666750" y="624104"/>
                  <a:pt x="624104" y="666750"/>
                  <a:pt x="57149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45004" y="27384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1" name="Text 19"/>
          <p:cNvSpPr/>
          <p:nvPr/>
        </p:nvSpPr>
        <p:spPr>
          <a:xfrm>
            <a:off x="5316260" y="3357563"/>
            <a:ext cx="113585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8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8166" y="3738563"/>
            <a:ext cx="111204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Segmentation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27997" y="324421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4" name="Shape 22"/>
          <p:cNvSpPr/>
          <p:nvPr/>
        </p:nvSpPr>
        <p:spPr>
          <a:xfrm>
            <a:off x="7293769" y="2306004"/>
            <a:ext cx="1674495" cy="2150745"/>
          </a:xfrm>
          <a:custGeom>
            <a:avLst/>
            <a:gdLst/>
            <a:ahLst/>
            <a:cxnLst/>
            <a:rect l="l" t="t" r="r" b="b"/>
            <a:pathLst>
              <a:path w="1674495" h="2150745">
                <a:moveTo>
                  <a:pt x="142868" y="0"/>
                </a:moveTo>
                <a:lnTo>
                  <a:pt x="1531627" y="0"/>
                </a:lnTo>
                <a:cubicBezTo>
                  <a:pt x="1610531" y="0"/>
                  <a:pt x="1674495" y="63964"/>
                  <a:pt x="1674495" y="142868"/>
                </a:cubicBezTo>
                <a:lnTo>
                  <a:pt x="1674495" y="2007877"/>
                </a:lnTo>
                <a:cubicBezTo>
                  <a:pt x="1674495" y="2086781"/>
                  <a:pt x="1610531" y="2150745"/>
                  <a:pt x="1531627" y="2150745"/>
                </a:cubicBezTo>
                <a:lnTo>
                  <a:pt x="142868" y="2150745"/>
                </a:lnTo>
                <a:cubicBezTo>
                  <a:pt x="63964" y="2150745"/>
                  <a:pt x="0" y="2086781"/>
                  <a:pt x="0" y="2007877"/>
                </a:cubicBezTo>
                <a:lnTo>
                  <a:pt x="0" y="142868"/>
                </a:lnTo>
                <a:cubicBezTo>
                  <a:pt x="0" y="64017"/>
                  <a:pt x="64017" y="0"/>
                  <a:pt x="142868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7522" y="2547938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95252" y="0"/>
                </a:moveTo>
                <a:lnTo>
                  <a:pt x="571498" y="0"/>
                </a:lnTo>
                <a:cubicBezTo>
                  <a:pt x="624069" y="0"/>
                  <a:pt x="666750" y="42681"/>
                  <a:pt x="666750" y="95252"/>
                </a:cubicBezTo>
                <a:lnTo>
                  <a:pt x="666750" y="571498"/>
                </a:lnTo>
                <a:cubicBezTo>
                  <a:pt x="666750" y="624104"/>
                  <a:pt x="624104" y="666750"/>
                  <a:pt x="57149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990404" y="27384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7" name="Text 25"/>
          <p:cNvSpPr/>
          <p:nvPr/>
        </p:nvSpPr>
        <p:spPr>
          <a:xfrm>
            <a:off x="7482126" y="3357563"/>
            <a:ext cx="12977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8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4032" y="3738563"/>
            <a:ext cx="12739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Representation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52930" y="324421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0" name="Shape 28"/>
          <p:cNvSpPr/>
          <p:nvPr/>
        </p:nvSpPr>
        <p:spPr>
          <a:xfrm>
            <a:off x="9618702" y="2139317"/>
            <a:ext cx="1303020" cy="2484120"/>
          </a:xfrm>
          <a:custGeom>
            <a:avLst/>
            <a:gdLst/>
            <a:ahLst/>
            <a:cxnLst/>
            <a:rect l="l" t="t" r="r" b="b"/>
            <a:pathLst>
              <a:path w="1303020" h="2484120">
                <a:moveTo>
                  <a:pt x="142876" y="0"/>
                </a:moveTo>
                <a:lnTo>
                  <a:pt x="1160144" y="0"/>
                </a:lnTo>
                <a:cubicBezTo>
                  <a:pt x="1239052" y="0"/>
                  <a:pt x="1303020" y="63968"/>
                  <a:pt x="1303020" y="142876"/>
                </a:cubicBezTo>
                <a:lnTo>
                  <a:pt x="1303020" y="2341244"/>
                </a:lnTo>
                <a:cubicBezTo>
                  <a:pt x="1303020" y="2420152"/>
                  <a:pt x="1239052" y="2484120"/>
                  <a:pt x="1160144" y="2484120"/>
                </a:cubicBezTo>
                <a:lnTo>
                  <a:pt x="142876" y="2484120"/>
                </a:lnTo>
                <a:cubicBezTo>
                  <a:pt x="63968" y="2484120"/>
                  <a:pt x="0" y="2420152"/>
                  <a:pt x="0" y="2341244"/>
                </a:cubicBezTo>
                <a:lnTo>
                  <a:pt x="0" y="142876"/>
                </a:lnTo>
                <a:cubicBezTo>
                  <a:pt x="0" y="63968"/>
                  <a:pt x="63968" y="0"/>
                  <a:pt x="142876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38624" y="2381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95252" y="0"/>
                </a:moveTo>
                <a:lnTo>
                  <a:pt x="571498" y="0"/>
                </a:lnTo>
                <a:cubicBezTo>
                  <a:pt x="624069" y="0"/>
                  <a:pt x="666750" y="42681"/>
                  <a:pt x="666750" y="95252"/>
                </a:cubicBezTo>
                <a:lnTo>
                  <a:pt x="666750" y="571498"/>
                </a:lnTo>
                <a:cubicBezTo>
                  <a:pt x="666750" y="624104"/>
                  <a:pt x="624104" y="666750"/>
                  <a:pt x="57149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149364" y="25717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3" name="Text 31"/>
          <p:cNvSpPr/>
          <p:nvPr/>
        </p:nvSpPr>
        <p:spPr>
          <a:xfrm>
            <a:off x="9807060" y="3190875"/>
            <a:ext cx="92630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8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DB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18966" y="3905250"/>
            <a:ext cx="90249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Searchable Storage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110079" y="324421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75851" y="2306004"/>
            <a:ext cx="1150620" cy="2150745"/>
          </a:xfrm>
          <a:custGeom>
            <a:avLst/>
            <a:gdLst/>
            <a:ahLst/>
            <a:cxnLst/>
            <a:rect l="l" t="t" r="r" b="b"/>
            <a:pathLst>
              <a:path w="1150620" h="2150745">
                <a:moveTo>
                  <a:pt x="142872" y="0"/>
                </a:moveTo>
                <a:lnTo>
                  <a:pt x="1007748" y="0"/>
                </a:lnTo>
                <a:cubicBezTo>
                  <a:pt x="1086654" y="0"/>
                  <a:pt x="1150620" y="63966"/>
                  <a:pt x="1150620" y="142872"/>
                </a:cubicBezTo>
                <a:lnTo>
                  <a:pt x="1150620" y="2007873"/>
                </a:lnTo>
                <a:cubicBezTo>
                  <a:pt x="1150620" y="2086779"/>
                  <a:pt x="1086654" y="2150745"/>
                  <a:pt x="1007748" y="2150745"/>
                </a:cubicBezTo>
                <a:lnTo>
                  <a:pt x="142872" y="2150745"/>
                </a:lnTo>
                <a:cubicBezTo>
                  <a:pt x="63966" y="2150745"/>
                  <a:pt x="0" y="2086779"/>
                  <a:pt x="0" y="2007873"/>
                </a:cubicBezTo>
                <a:lnTo>
                  <a:pt x="0" y="142872"/>
                </a:lnTo>
                <a:cubicBezTo>
                  <a:pt x="0" y="63966"/>
                  <a:pt x="63966" y="0"/>
                  <a:pt x="14287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 w="10160">
            <a:solidFill>
              <a:srgbClr val="72E1D1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17787" y="2547938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95252" y="0"/>
                </a:moveTo>
                <a:lnTo>
                  <a:pt x="571498" y="0"/>
                </a:lnTo>
                <a:cubicBezTo>
                  <a:pt x="624069" y="0"/>
                  <a:pt x="666750" y="42681"/>
                  <a:pt x="666750" y="95252"/>
                </a:cubicBezTo>
                <a:lnTo>
                  <a:pt x="666750" y="571498"/>
                </a:lnTo>
                <a:cubicBezTo>
                  <a:pt x="666750" y="624104"/>
                  <a:pt x="624104" y="666750"/>
                  <a:pt x="57149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2E1D1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2010668" y="27384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9" name="Text 37"/>
          <p:cNvSpPr/>
          <p:nvPr/>
        </p:nvSpPr>
        <p:spPr>
          <a:xfrm>
            <a:off x="11764209" y="3357563"/>
            <a:ext cx="7739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8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776115" y="3738563"/>
            <a:ext cx="75009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5238750"/>
            <a:ext cx="3648075" cy="1238250"/>
          </a:xfrm>
          <a:custGeom>
            <a:avLst/>
            <a:gdLst/>
            <a:ahLst/>
            <a:cxnLst/>
            <a:rect l="l" t="t" r="r" b="b"/>
            <a:pathLst>
              <a:path w="3648075" h="1238250">
                <a:moveTo>
                  <a:pt x="95246" y="0"/>
                </a:moveTo>
                <a:lnTo>
                  <a:pt x="3552829" y="0"/>
                </a:lnTo>
                <a:cubicBezTo>
                  <a:pt x="3605432" y="0"/>
                  <a:pt x="3648075" y="42643"/>
                  <a:pt x="3648075" y="95246"/>
                </a:cubicBezTo>
                <a:lnTo>
                  <a:pt x="3648075" y="1143004"/>
                </a:lnTo>
                <a:cubicBezTo>
                  <a:pt x="3648075" y="1195607"/>
                  <a:pt x="3605432" y="1238250"/>
                  <a:pt x="3552829" y="1238250"/>
                </a:cubicBezTo>
                <a:lnTo>
                  <a:pt x="95246" y="1238250"/>
                </a:lnTo>
                <a:cubicBezTo>
                  <a:pt x="42643" y="1238250"/>
                  <a:pt x="0" y="1195607"/>
                  <a:pt x="0" y="114300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694" y="5467350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107156" y="214313"/>
                </a:moveTo>
                <a:cubicBezTo>
                  <a:pt x="166297" y="214313"/>
                  <a:pt x="214313" y="166297"/>
                  <a:pt x="214313" y="107156"/>
                </a:cubicBezTo>
                <a:cubicBezTo>
                  <a:pt x="214313" y="48015"/>
                  <a:pt x="166297" y="0"/>
                  <a:pt x="107156" y="0"/>
                </a:cubicBezTo>
                <a:cubicBezTo>
                  <a:pt x="48015" y="0"/>
                  <a:pt x="0" y="48015"/>
                  <a:pt x="0" y="107156"/>
                </a:cubicBezTo>
                <a:cubicBezTo>
                  <a:pt x="0" y="166297"/>
                  <a:pt x="48015" y="214313"/>
                  <a:pt x="107156" y="214313"/>
                </a:cubicBezTo>
                <a:close/>
                <a:moveTo>
                  <a:pt x="142484" y="89032"/>
                </a:moveTo>
                <a:lnTo>
                  <a:pt x="108998" y="142610"/>
                </a:lnTo>
                <a:cubicBezTo>
                  <a:pt x="107240" y="145414"/>
                  <a:pt x="104226" y="147172"/>
                  <a:pt x="100919" y="147340"/>
                </a:cubicBezTo>
                <a:cubicBezTo>
                  <a:pt x="97613" y="147507"/>
                  <a:pt x="94431" y="146000"/>
                  <a:pt x="92464" y="143321"/>
                </a:cubicBezTo>
                <a:lnTo>
                  <a:pt x="72372" y="116532"/>
                </a:lnTo>
                <a:cubicBezTo>
                  <a:pt x="69024" y="112095"/>
                  <a:pt x="69945" y="105817"/>
                  <a:pt x="74382" y="102468"/>
                </a:cubicBezTo>
                <a:cubicBezTo>
                  <a:pt x="78818" y="99120"/>
                  <a:pt x="85097" y="100040"/>
                  <a:pt x="88446" y="104477"/>
                </a:cubicBezTo>
                <a:lnTo>
                  <a:pt x="99747" y="119546"/>
                </a:lnTo>
                <a:lnTo>
                  <a:pt x="125448" y="78400"/>
                </a:lnTo>
                <a:cubicBezTo>
                  <a:pt x="128378" y="73712"/>
                  <a:pt x="134573" y="72247"/>
                  <a:pt x="139303" y="75219"/>
                </a:cubicBezTo>
                <a:cubicBezTo>
                  <a:pt x="144033" y="78191"/>
                  <a:pt x="145456" y="84344"/>
                  <a:pt x="142484" y="89074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3" name="Text 41"/>
          <p:cNvSpPr/>
          <p:nvPr/>
        </p:nvSpPr>
        <p:spPr>
          <a:xfrm>
            <a:off x="982266" y="5429250"/>
            <a:ext cx="1943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Processing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1500" y="5810250"/>
            <a:ext cx="33504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any document format into structured, searchable content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70296" y="5238750"/>
            <a:ext cx="3648075" cy="1238250"/>
          </a:xfrm>
          <a:custGeom>
            <a:avLst/>
            <a:gdLst/>
            <a:ahLst/>
            <a:cxnLst/>
            <a:rect l="l" t="t" r="r" b="b"/>
            <a:pathLst>
              <a:path w="3648075" h="1238250">
                <a:moveTo>
                  <a:pt x="95246" y="0"/>
                </a:moveTo>
                <a:lnTo>
                  <a:pt x="3552829" y="0"/>
                </a:lnTo>
                <a:cubicBezTo>
                  <a:pt x="3605432" y="0"/>
                  <a:pt x="3648075" y="42643"/>
                  <a:pt x="3648075" y="95246"/>
                </a:cubicBezTo>
                <a:lnTo>
                  <a:pt x="3648075" y="1143004"/>
                </a:lnTo>
                <a:cubicBezTo>
                  <a:pt x="3648075" y="1195607"/>
                  <a:pt x="3605432" y="1238250"/>
                  <a:pt x="3552829" y="1238250"/>
                </a:cubicBezTo>
                <a:lnTo>
                  <a:pt x="95246" y="1238250"/>
                </a:lnTo>
                <a:cubicBezTo>
                  <a:pt x="42643" y="1238250"/>
                  <a:pt x="0" y="1195607"/>
                  <a:pt x="0" y="114300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86989" y="5467350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107156" y="214313"/>
                </a:moveTo>
                <a:cubicBezTo>
                  <a:pt x="166297" y="214313"/>
                  <a:pt x="214313" y="166297"/>
                  <a:pt x="214313" y="107156"/>
                </a:cubicBezTo>
                <a:cubicBezTo>
                  <a:pt x="214313" y="48015"/>
                  <a:pt x="166297" y="0"/>
                  <a:pt x="107156" y="0"/>
                </a:cubicBezTo>
                <a:cubicBezTo>
                  <a:pt x="48015" y="0"/>
                  <a:pt x="0" y="48015"/>
                  <a:pt x="0" y="107156"/>
                </a:cubicBezTo>
                <a:cubicBezTo>
                  <a:pt x="0" y="166297"/>
                  <a:pt x="48015" y="214313"/>
                  <a:pt x="107156" y="214313"/>
                </a:cubicBezTo>
                <a:close/>
                <a:moveTo>
                  <a:pt x="142484" y="89032"/>
                </a:moveTo>
                <a:lnTo>
                  <a:pt x="108998" y="142610"/>
                </a:lnTo>
                <a:cubicBezTo>
                  <a:pt x="107240" y="145414"/>
                  <a:pt x="104226" y="147172"/>
                  <a:pt x="100919" y="147340"/>
                </a:cubicBezTo>
                <a:cubicBezTo>
                  <a:pt x="97613" y="147507"/>
                  <a:pt x="94431" y="146000"/>
                  <a:pt x="92464" y="143321"/>
                </a:cubicBezTo>
                <a:lnTo>
                  <a:pt x="72372" y="116532"/>
                </a:lnTo>
                <a:cubicBezTo>
                  <a:pt x="69024" y="112095"/>
                  <a:pt x="69945" y="105817"/>
                  <a:pt x="74382" y="102468"/>
                </a:cubicBezTo>
                <a:cubicBezTo>
                  <a:pt x="78818" y="99120"/>
                  <a:pt x="85097" y="100040"/>
                  <a:pt x="88446" y="104477"/>
                </a:cubicBezTo>
                <a:lnTo>
                  <a:pt x="99747" y="119546"/>
                </a:lnTo>
                <a:lnTo>
                  <a:pt x="125448" y="78400"/>
                </a:lnTo>
                <a:cubicBezTo>
                  <a:pt x="128378" y="73712"/>
                  <a:pt x="134573" y="72247"/>
                  <a:pt x="139303" y="75219"/>
                </a:cubicBezTo>
                <a:cubicBezTo>
                  <a:pt x="144033" y="78191"/>
                  <a:pt x="145456" y="84344"/>
                  <a:pt x="142484" y="89074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7" name="Text 45"/>
          <p:cNvSpPr/>
          <p:nvPr/>
        </p:nvSpPr>
        <p:spPr>
          <a:xfrm>
            <a:off x="4871561" y="5429250"/>
            <a:ext cx="15525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Search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60796" y="5810250"/>
            <a:ext cx="33504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understanding enables natural language queries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59711" y="5238750"/>
            <a:ext cx="3648075" cy="1238250"/>
          </a:xfrm>
          <a:custGeom>
            <a:avLst/>
            <a:gdLst/>
            <a:ahLst/>
            <a:cxnLst/>
            <a:rect l="l" t="t" r="r" b="b"/>
            <a:pathLst>
              <a:path w="3648075" h="1238250">
                <a:moveTo>
                  <a:pt x="95246" y="0"/>
                </a:moveTo>
                <a:lnTo>
                  <a:pt x="3552829" y="0"/>
                </a:lnTo>
                <a:cubicBezTo>
                  <a:pt x="3605432" y="0"/>
                  <a:pt x="3648075" y="42643"/>
                  <a:pt x="3648075" y="95246"/>
                </a:cubicBezTo>
                <a:lnTo>
                  <a:pt x="3648075" y="1143004"/>
                </a:lnTo>
                <a:cubicBezTo>
                  <a:pt x="3648075" y="1195607"/>
                  <a:pt x="3605432" y="1238250"/>
                  <a:pt x="3552829" y="1238250"/>
                </a:cubicBezTo>
                <a:lnTo>
                  <a:pt x="95246" y="1238250"/>
                </a:lnTo>
                <a:cubicBezTo>
                  <a:pt x="42643" y="1238250"/>
                  <a:pt x="0" y="1195607"/>
                  <a:pt x="0" y="114300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76404" y="5467350"/>
            <a:ext cx="214313" cy="214313"/>
          </a:xfrm>
          <a:custGeom>
            <a:avLst/>
            <a:gdLst/>
            <a:ahLst/>
            <a:cxnLst/>
            <a:rect l="l" t="t" r="r" b="b"/>
            <a:pathLst>
              <a:path w="214313" h="214313">
                <a:moveTo>
                  <a:pt x="107156" y="214313"/>
                </a:moveTo>
                <a:cubicBezTo>
                  <a:pt x="166297" y="214313"/>
                  <a:pt x="214313" y="166297"/>
                  <a:pt x="214313" y="107156"/>
                </a:cubicBezTo>
                <a:cubicBezTo>
                  <a:pt x="214313" y="48015"/>
                  <a:pt x="166297" y="0"/>
                  <a:pt x="107156" y="0"/>
                </a:cubicBezTo>
                <a:cubicBezTo>
                  <a:pt x="48015" y="0"/>
                  <a:pt x="0" y="48015"/>
                  <a:pt x="0" y="107156"/>
                </a:cubicBezTo>
                <a:cubicBezTo>
                  <a:pt x="0" y="166297"/>
                  <a:pt x="48015" y="214313"/>
                  <a:pt x="107156" y="214313"/>
                </a:cubicBezTo>
                <a:close/>
                <a:moveTo>
                  <a:pt x="142484" y="89032"/>
                </a:moveTo>
                <a:lnTo>
                  <a:pt x="108998" y="142610"/>
                </a:lnTo>
                <a:cubicBezTo>
                  <a:pt x="107240" y="145414"/>
                  <a:pt x="104226" y="147172"/>
                  <a:pt x="100919" y="147340"/>
                </a:cubicBezTo>
                <a:cubicBezTo>
                  <a:pt x="97613" y="147507"/>
                  <a:pt x="94431" y="146000"/>
                  <a:pt x="92464" y="143321"/>
                </a:cubicBezTo>
                <a:lnTo>
                  <a:pt x="72372" y="116532"/>
                </a:lnTo>
                <a:cubicBezTo>
                  <a:pt x="69024" y="112095"/>
                  <a:pt x="69945" y="105817"/>
                  <a:pt x="74382" y="102468"/>
                </a:cubicBezTo>
                <a:cubicBezTo>
                  <a:pt x="78818" y="99120"/>
                  <a:pt x="85097" y="100040"/>
                  <a:pt x="88446" y="104477"/>
                </a:cubicBezTo>
                <a:lnTo>
                  <a:pt x="99747" y="119546"/>
                </a:lnTo>
                <a:lnTo>
                  <a:pt x="125448" y="78400"/>
                </a:lnTo>
                <a:cubicBezTo>
                  <a:pt x="128378" y="73712"/>
                  <a:pt x="134573" y="72247"/>
                  <a:pt x="139303" y="75219"/>
                </a:cubicBezTo>
                <a:cubicBezTo>
                  <a:pt x="144033" y="78191"/>
                  <a:pt x="145456" y="84344"/>
                  <a:pt x="142484" y="89074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51" name="Text 49"/>
          <p:cNvSpPr/>
          <p:nvPr/>
        </p:nvSpPr>
        <p:spPr>
          <a:xfrm>
            <a:off x="8760976" y="5429250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Reasoning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50211" y="5810250"/>
            <a:ext cx="33504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language models provide contextual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79375" y="0"/>
                </a:moveTo>
                <a:lnTo>
                  <a:pt x="317500" y="0"/>
                </a:lnTo>
                <a:cubicBezTo>
                  <a:pt x="361308" y="0"/>
                  <a:pt x="396875" y="35567"/>
                  <a:pt x="396875" y="79375"/>
                </a:cubicBezTo>
                <a:lnTo>
                  <a:pt x="396875" y="317500"/>
                </a:lnTo>
                <a:cubicBezTo>
                  <a:pt x="396875" y="361308"/>
                  <a:pt x="361308" y="396875"/>
                  <a:pt x="317500" y="396875"/>
                </a:cubicBezTo>
                <a:lnTo>
                  <a:pt x="79375" y="396875"/>
                </a:lnTo>
                <a:cubicBezTo>
                  <a:pt x="35567" y="396875"/>
                  <a:pt x="0" y="361308"/>
                  <a:pt x="0" y="317500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6145" y="428625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11162" y="22324"/>
                </a:moveTo>
                <a:cubicBezTo>
                  <a:pt x="4988" y="22324"/>
                  <a:pt x="0" y="27312"/>
                  <a:pt x="0" y="33486"/>
                </a:cubicBezTo>
                <a:cubicBezTo>
                  <a:pt x="0" y="39660"/>
                  <a:pt x="4988" y="44648"/>
                  <a:pt x="11162" y="44648"/>
                </a:cubicBezTo>
                <a:lnTo>
                  <a:pt x="41404" y="44648"/>
                </a:lnTo>
                <a:cubicBezTo>
                  <a:pt x="45695" y="54520"/>
                  <a:pt x="55531" y="61392"/>
                  <a:pt x="66973" y="61392"/>
                </a:cubicBezTo>
                <a:cubicBezTo>
                  <a:pt x="78414" y="61392"/>
                  <a:pt x="88250" y="54520"/>
                  <a:pt x="92541" y="44648"/>
                </a:cubicBezTo>
                <a:lnTo>
                  <a:pt x="167432" y="44648"/>
                </a:lnTo>
                <a:cubicBezTo>
                  <a:pt x="173606" y="44648"/>
                  <a:pt x="178594" y="39660"/>
                  <a:pt x="178594" y="33486"/>
                </a:cubicBezTo>
                <a:cubicBezTo>
                  <a:pt x="178594" y="27312"/>
                  <a:pt x="173606" y="22324"/>
                  <a:pt x="167432" y="22324"/>
                </a:cubicBezTo>
                <a:lnTo>
                  <a:pt x="92541" y="22324"/>
                </a:lnTo>
                <a:cubicBezTo>
                  <a:pt x="88250" y="12453"/>
                  <a:pt x="78414" y="5581"/>
                  <a:pt x="66973" y="5581"/>
                </a:cubicBezTo>
                <a:cubicBezTo>
                  <a:pt x="55531" y="5581"/>
                  <a:pt x="45695" y="12453"/>
                  <a:pt x="41404" y="22324"/>
                </a:cubicBezTo>
                <a:lnTo>
                  <a:pt x="11162" y="22324"/>
                </a:lnTo>
                <a:close/>
                <a:moveTo>
                  <a:pt x="11162" y="78135"/>
                </a:moveTo>
                <a:cubicBezTo>
                  <a:pt x="4988" y="78135"/>
                  <a:pt x="0" y="83123"/>
                  <a:pt x="0" y="89297"/>
                </a:cubicBezTo>
                <a:cubicBezTo>
                  <a:pt x="0" y="95471"/>
                  <a:pt x="4988" y="100459"/>
                  <a:pt x="11162" y="100459"/>
                </a:cubicBezTo>
                <a:lnTo>
                  <a:pt x="97215" y="100459"/>
                </a:lnTo>
                <a:cubicBezTo>
                  <a:pt x="101505" y="110330"/>
                  <a:pt x="111342" y="117202"/>
                  <a:pt x="122783" y="117202"/>
                </a:cubicBezTo>
                <a:cubicBezTo>
                  <a:pt x="134224" y="117202"/>
                  <a:pt x="144061" y="110330"/>
                  <a:pt x="148351" y="100459"/>
                </a:cubicBezTo>
                <a:lnTo>
                  <a:pt x="167432" y="100459"/>
                </a:lnTo>
                <a:cubicBezTo>
                  <a:pt x="173606" y="100459"/>
                  <a:pt x="178594" y="95471"/>
                  <a:pt x="178594" y="89297"/>
                </a:cubicBezTo>
                <a:cubicBezTo>
                  <a:pt x="178594" y="83123"/>
                  <a:pt x="173606" y="78135"/>
                  <a:pt x="167432" y="78135"/>
                </a:cubicBezTo>
                <a:lnTo>
                  <a:pt x="148351" y="78135"/>
                </a:lnTo>
                <a:cubicBezTo>
                  <a:pt x="144061" y="68263"/>
                  <a:pt x="134224" y="61392"/>
                  <a:pt x="122783" y="61392"/>
                </a:cubicBezTo>
                <a:cubicBezTo>
                  <a:pt x="111342" y="61392"/>
                  <a:pt x="101505" y="68263"/>
                  <a:pt x="97215" y="78135"/>
                </a:cubicBezTo>
                <a:lnTo>
                  <a:pt x="11162" y="78135"/>
                </a:lnTo>
                <a:close/>
                <a:moveTo>
                  <a:pt x="11162" y="133945"/>
                </a:moveTo>
                <a:cubicBezTo>
                  <a:pt x="4988" y="133945"/>
                  <a:pt x="0" y="138933"/>
                  <a:pt x="0" y="145107"/>
                </a:cubicBezTo>
                <a:cubicBezTo>
                  <a:pt x="0" y="151281"/>
                  <a:pt x="4988" y="156270"/>
                  <a:pt x="11162" y="156270"/>
                </a:cubicBezTo>
                <a:lnTo>
                  <a:pt x="30242" y="156270"/>
                </a:lnTo>
                <a:cubicBezTo>
                  <a:pt x="34533" y="166141"/>
                  <a:pt x="44369" y="173013"/>
                  <a:pt x="55811" y="173013"/>
                </a:cubicBezTo>
                <a:cubicBezTo>
                  <a:pt x="67252" y="173013"/>
                  <a:pt x="77088" y="166141"/>
                  <a:pt x="81379" y="156270"/>
                </a:cubicBezTo>
                <a:lnTo>
                  <a:pt x="167432" y="156270"/>
                </a:lnTo>
                <a:cubicBezTo>
                  <a:pt x="173606" y="156270"/>
                  <a:pt x="178594" y="151281"/>
                  <a:pt x="178594" y="145107"/>
                </a:cubicBezTo>
                <a:cubicBezTo>
                  <a:pt x="178594" y="138933"/>
                  <a:pt x="173606" y="133945"/>
                  <a:pt x="167432" y="133945"/>
                </a:cubicBezTo>
                <a:lnTo>
                  <a:pt x="81379" y="133945"/>
                </a:lnTo>
                <a:cubicBezTo>
                  <a:pt x="77088" y="124074"/>
                  <a:pt x="67252" y="117202"/>
                  <a:pt x="55811" y="117202"/>
                </a:cubicBezTo>
                <a:cubicBezTo>
                  <a:pt x="44369" y="117202"/>
                  <a:pt x="34533" y="124074"/>
                  <a:pt x="30242" y="133945"/>
                </a:cubicBezTo>
                <a:lnTo>
                  <a:pt x="11162" y="133945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33438" y="396875"/>
            <a:ext cx="18811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spc="63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MODES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93750"/>
            <a:ext cx="11795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Three Analysis Modes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349375"/>
            <a:ext cx="1165621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for distinct legal workflows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868487"/>
            <a:ext cx="3689350" cy="3903662"/>
          </a:xfrm>
          <a:custGeom>
            <a:avLst/>
            <a:gdLst/>
            <a:ahLst/>
            <a:cxnLst/>
            <a:rect l="l" t="t" r="r" b="b"/>
            <a:pathLst>
              <a:path w="3689350" h="3903662">
                <a:moveTo>
                  <a:pt x="119055" y="0"/>
                </a:moveTo>
                <a:lnTo>
                  <a:pt x="3570295" y="0"/>
                </a:lnTo>
                <a:cubicBezTo>
                  <a:pt x="3636047" y="0"/>
                  <a:pt x="3689350" y="53303"/>
                  <a:pt x="3689350" y="119055"/>
                </a:cubicBezTo>
                <a:lnTo>
                  <a:pt x="3689350" y="3784607"/>
                </a:lnTo>
                <a:cubicBezTo>
                  <a:pt x="3689350" y="3850360"/>
                  <a:pt x="3636047" y="3903662"/>
                  <a:pt x="3570295" y="3903662"/>
                </a:cubicBezTo>
                <a:lnTo>
                  <a:pt x="119055" y="3903662"/>
                </a:lnTo>
                <a:cubicBezTo>
                  <a:pt x="53303" y="3903662"/>
                  <a:pt x="0" y="3850360"/>
                  <a:pt x="0" y="3784607"/>
                </a:cubicBezTo>
                <a:lnTo>
                  <a:pt x="0" y="119055"/>
                </a:lnTo>
                <a:cubicBezTo>
                  <a:pt x="0" y="53347"/>
                  <a:pt x="53347" y="0"/>
                  <a:pt x="119055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1975" y="210979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8924" y="2248696"/>
            <a:ext cx="38695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44" b="1" dirty="0">
                <a:solidFill>
                  <a:srgbClr val="72E1D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5725" y="2169321"/>
            <a:ext cx="1920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Document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5725" y="2486821"/>
            <a:ext cx="1871266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" y="2943227"/>
            <a:ext cx="3190875" cy="555625"/>
          </a:xfrm>
          <a:custGeom>
            <a:avLst/>
            <a:gdLst/>
            <a:ahLst/>
            <a:cxnLst/>
            <a:rect l="l" t="t" r="r" b="b"/>
            <a:pathLst>
              <a:path w="3190875" h="555625">
                <a:moveTo>
                  <a:pt x="31750" y="0"/>
                </a:moveTo>
                <a:lnTo>
                  <a:pt x="3111498" y="0"/>
                </a:lnTo>
                <a:cubicBezTo>
                  <a:pt x="3155337" y="0"/>
                  <a:pt x="3190875" y="35538"/>
                  <a:pt x="3190875" y="79377"/>
                </a:cubicBezTo>
                <a:lnTo>
                  <a:pt x="3190875" y="476248"/>
                </a:lnTo>
                <a:cubicBezTo>
                  <a:pt x="3190875" y="520087"/>
                  <a:pt x="3155337" y="555625"/>
                  <a:pt x="3111498" y="555625"/>
                </a:cubicBezTo>
                <a:lnTo>
                  <a:pt x="31750" y="555625"/>
                </a:lnTo>
                <a:cubicBezTo>
                  <a:pt x="14215" y="555625"/>
                  <a:pt x="0" y="541410"/>
                  <a:pt x="0" y="52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77850" y="2943227"/>
            <a:ext cx="31750" cy="555625"/>
          </a:xfrm>
          <a:custGeom>
            <a:avLst/>
            <a:gdLst/>
            <a:ahLst/>
            <a:cxnLst/>
            <a:rect l="l" t="t" r="r" b="b"/>
            <a:pathLst>
              <a:path w="31750" h="555625">
                <a:moveTo>
                  <a:pt x="31750" y="0"/>
                </a:moveTo>
                <a:lnTo>
                  <a:pt x="31750" y="0"/>
                </a:lnTo>
                <a:lnTo>
                  <a:pt x="31750" y="555625"/>
                </a:lnTo>
                <a:lnTo>
                  <a:pt x="31750" y="555625"/>
                </a:lnTo>
                <a:cubicBezTo>
                  <a:pt x="14227" y="555625"/>
                  <a:pt x="0" y="541398"/>
                  <a:pt x="0" y="52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4" name="Text 12"/>
          <p:cNvSpPr/>
          <p:nvPr/>
        </p:nvSpPr>
        <p:spPr>
          <a:xfrm>
            <a:off x="752475" y="3101977"/>
            <a:ext cx="2936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"Does this contract contain clause X?"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1975" y="3657602"/>
            <a:ext cx="3286125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individual contracts to identify clauses, assess compliance, and extract key information. Perfect for pre-execution review and due diligence.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4930777"/>
            <a:ext cx="3206750" cy="6350"/>
          </a:xfrm>
          <a:custGeom>
            <a:avLst/>
            <a:gdLst/>
            <a:ahLst/>
            <a:cxnLst/>
            <a:rect l="l" t="t" r="r" b="b"/>
            <a:pathLst>
              <a:path w="3206750" h="6350">
                <a:moveTo>
                  <a:pt x="0" y="0"/>
                </a:moveTo>
                <a:lnTo>
                  <a:pt x="3206750" y="0"/>
                </a:lnTo>
                <a:lnTo>
                  <a:pt x="32067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88516" y="5124451"/>
            <a:ext cx="121543" cy="138906"/>
          </a:xfrm>
          <a:custGeom>
            <a:avLst/>
            <a:gdLst/>
            <a:ahLst/>
            <a:cxnLst/>
            <a:rect l="l" t="t" r="r" b="b"/>
            <a:pathLst>
              <a:path w="121543" h="138906">
                <a:moveTo>
                  <a:pt x="117962" y="19018"/>
                </a:moveTo>
                <a:cubicBezTo>
                  <a:pt x="121841" y="21840"/>
                  <a:pt x="122710" y="27266"/>
                  <a:pt x="119888" y="31145"/>
                </a:cubicBezTo>
                <a:lnTo>
                  <a:pt x="50435" y="126643"/>
                </a:lnTo>
                <a:cubicBezTo>
                  <a:pt x="48943" y="128705"/>
                  <a:pt x="46637" y="129980"/>
                  <a:pt x="44086" y="130197"/>
                </a:cubicBezTo>
                <a:cubicBezTo>
                  <a:pt x="41536" y="130415"/>
                  <a:pt x="39067" y="129465"/>
                  <a:pt x="37277" y="127674"/>
                </a:cubicBezTo>
                <a:lnTo>
                  <a:pt x="2550" y="92948"/>
                </a:lnTo>
                <a:cubicBezTo>
                  <a:pt x="-841" y="89557"/>
                  <a:pt x="-841" y="84049"/>
                  <a:pt x="2550" y="80658"/>
                </a:cubicBezTo>
                <a:cubicBezTo>
                  <a:pt x="5941" y="77267"/>
                  <a:pt x="11449" y="77267"/>
                  <a:pt x="14840" y="80658"/>
                </a:cubicBezTo>
                <a:lnTo>
                  <a:pt x="42377" y="108195"/>
                </a:lnTo>
                <a:lnTo>
                  <a:pt x="105862" y="20917"/>
                </a:lnTo>
                <a:cubicBezTo>
                  <a:pt x="108683" y="17038"/>
                  <a:pt x="114109" y="16170"/>
                  <a:pt x="117989" y="1899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8" name="Text 16"/>
          <p:cNvSpPr/>
          <p:nvPr/>
        </p:nvSpPr>
        <p:spPr>
          <a:xfrm>
            <a:off x="814983" y="5092701"/>
            <a:ext cx="1315641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Clause identification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8516" y="5362576"/>
            <a:ext cx="121543" cy="138906"/>
          </a:xfrm>
          <a:custGeom>
            <a:avLst/>
            <a:gdLst/>
            <a:ahLst/>
            <a:cxnLst/>
            <a:rect l="l" t="t" r="r" b="b"/>
            <a:pathLst>
              <a:path w="121543" h="138906">
                <a:moveTo>
                  <a:pt x="117962" y="19018"/>
                </a:moveTo>
                <a:cubicBezTo>
                  <a:pt x="121841" y="21840"/>
                  <a:pt x="122710" y="27266"/>
                  <a:pt x="119888" y="31145"/>
                </a:cubicBezTo>
                <a:lnTo>
                  <a:pt x="50435" y="126643"/>
                </a:lnTo>
                <a:cubicBezTo>
                  <a:pt x="48943" y="128705"/>
                  <a:pt x="46637" y="129980"/>
                  <a:pt x="44086" y="130197"/>
                </a:cubicBezTo>
                <a:cubicBezTo>
                  <a:pt x="41536" y="130415"/>
                  <a:pt x="39067" y="129465"/>
                  <a:pt x="37277" y="127674"/>
                </a:cubicBezTo>
                <a:lnTo>
                  <a:pt x="2550" y="92948"/>
                </a:lnTo>
                <a:cubicBezTo>
                  <a:pt x="-841" y="89557"/>
                  <a:pt x="-841" y="84049"/>
                  <a:pt x="2550" y="80658"/>
                </a:cubicBezTo>
                <a:cubicBezTo>
                  <a:pt x="5941" y="77267"/>
                  <a:pt x="11449" y="77267"/>
                  <a:pt x="14840" y="80658"/>
                </a:cubicBezTo>
                <a:lnTo>
                  <a:pt x="42377" y="108195"/>
                </a:lnTo>
                <a:lnTo>
                  <a:pt x="105862" y="20917"/>
                </a:lnTo>
                <a:cubicBezTo>
                  <a:pt x="108683" y="17038"/>
                  <a:pt x="114109" y="16170"/>
                  <a:pt x="117989" y="1899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0" name="Text 18"/>
          <p:cNvSpPr/>
          <p:nvPr/>
        </p:nvSpPr>
        <p:spPr>
          <a:xfrm>
            <a:off x="814983" y="5330826"/>
            <a:ext cx="108545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2317" y="1868487"/>
            <a:ext cx="3689350" cy="3903662"/>
          </a:xfrm>
          <a:custGeom>
            <a:avLst/>
            <a:gdLst/>
            <a:ahLst/>
            <a:cxnLst/>
            <a:rect l="l" t="t" r="r" b="b"/>
            <a:pathLst>
              <a:path w="3689350" h="3903662">
                <a:moveTo>
                  <a:pt x="119055" y="0"/>
                </a:moveTo>
                <a:lnTo>
                  <a:pt x="3570295" y="0"/>
                </a:lnTo>
                <a:cubicBezTo>
                  <a:pt x="3636047" y="0"/>
                  <a:pt x="3689350" y="53303"/>
                  <a:pt x="3689350" y="119055"/>
                </a:cubicBezTo>
                <a:lnTo>
                  <a:pt x="3689350" y="3784607"/>
                </a:lnTo>
                <a:cubicBezTo>
                  <a:pt x="3689350" y="3850360"/>
                  <a:pt x="3636047" y="3903662"/>
                  <a:pt x="3570295" y="3903662"/>
                </a:cubicBezTo>
                <a:lnTo>
                  <a:pt x="119055" y="3903662"/>
                </a:lnTo>
                <a:cubicBezTo>
                  <a:pt x="53303" y="3903662"/>
                  <a:pt x="0" y="3850360"/>
                  <a:pt x="0" y="3784607"/>
                </a:cubicBezTo>
                <a:lnTo>
                  <a:pt x="0" y="119055"/>
                </a:lnTo>
                <a:cubicBezTo>
                  <a:pt x="0" y="53347"/>
                  <a:pt x="53347" y="0"/>
                  <a:pt x="119055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3617" y="210979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083" y="2248696"/>
            <a:ext cx="4425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44" b="1" dirty="0">
                <a:solidFill>
                  <a:srgbClr val="72E1D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87367" y="2169321"/>
            <a:ext cx="2174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Contracts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7367" y="2486821"/>
            <a:ext cx="2125266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DIFFERENTIAL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9492" y="2943227"/>
            <a:ext cx="3190875" cy="555625"/>
          </a:xfrm>
          <a:custGeom>
            <a:avLst/>
            <a:gdLst/>
            <a:ahLst/>
            <a:cxnLst/>
            <a:rect l="l" t="t" r="r" b="b"/>
            <a:pathLst>
              <a:path w="3190875" h="555625">
                <a:moveTo>
                  <a:pt x="31750" y="0"/>
                </a:moveTo>
                <a:lnTo>
                  <a:pt x="3111498" y="0"/>
                </a:lnTo>
                <a:cubicBezTo>
                  <a:pt x="3155337" y="0"/>
                  <a:pt x="3190875" y="35538"/>
                  <a:pt x="3190875" y="79377"/>
                </a:cubicBezTo>
                <a:lnTo>
                  <a:pt x="3190875" y="476248"/>
                </a:lnTo>
                <a:cubicBezTo>
                  <a:pt x="3190875" y="520087"/>
                  <a:pt x="3155337" y="555625"/>
                  <a:pt x="3111498" y="555625"/>
                </a:cubicBezTo>
                <a:lnTo>
                  <a:pt x="31750" y="555625"/>
                </a:lnTo>
                <a:cubicBezTo>
                  <a:pt x="14215" y="555625"/>
                  <a:pt x="0" y="541410"/>
                  <a:pt x="0" y="52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09492" y="2943227"/>
            <a:ext cx="31750" cy="555625"/>
          </a:xfrm>
          <a:custGeom>
            <a:avLst/>
            <a:gdLst/>
            <a:ahLst/>
            <a:cxnLst/>
            <a:rect l="l" t="t" r="r" b="b"/>
            <a:pathLst>
              <a:path w="31750" h="555625">
                <a:moveTo>
                  <a:pt x="31750" y="0"/>
                </a:moveTo>
                <a:lnTo>
                  <a:pt x="31750" y="0"/>
                </a:lnTo>
                <a:lnTo>
                  <a:pt x="31750" y="555625"/>
                </a:lnTo>
                <a:lnTo>
                  <a:pt x="31750" y="555625"/>
                </a:lnTo>
                <a:cubicBezTo>
                  <a:pt x="14227" y="555625"/>
                  <a:pt x="0" y="541398"/>
                  <a:pt x="0" y="52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8" name="Text 26"/>
          <p:cNvSpPr/>
          <p:nvPr/>
        </p:nvSpPr>
        <p:spPr>
          <a:xfrm>
            <a:off x="4684117" y="3101977"/>
            <a:ext cx="2936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"How does this differ from others?"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3617" y="3657602"/>
            <a:ext cx="3286125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a contract against existing agreements or templates to identify deviations, additions, and omissions. Essential for standardization efforts.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93617" y="4930777"/>
            <a:ext cx="3206750" cy="6350"/>
          </a:xfrm>
          <a:custGeom>
            <a:avLst/>
            <a:gdLst/>
            <a:ahLst/>
            <a:cxnLst/>
            <a:rect l="l" t="t" r="r" b="b"/>
            <a:pathLst>
              <a:path w="3206750" h="6350">
                <a:moveTo>
                  <a:pt x="0" y="0"/>
                </a:moveTo>
                <a:lnTo>
                  <a:pt x="3206750" y="0"/>
                </a:lnTo>
                <a:lnTo>
                  <a:pt x="32067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20158" y="5124451"/>
            <a:ext cx="121543" cy="138906"/>
          </a:xfrm>
          <a:custGeom>
            <a:avLst/>
            <a:gdLst/>
            <a:ahLst/>
            <a:cxnLst/>
            <a:rect l="l" t="t" r="r" b="b"/>
            <a:pathLst>
              <a:path w="121543" h="138906">
                <a:moveTo>
                  <a:pt x="117962" y="19018"/>
                </a:moveTo>
                <a:cubicBezTo>
                  <a:pt x="121841" y="21840"/>
                  <a:pt x="122710" y="27266"/>
                  <a:pt x="119888" y="31145"/>
                </a:cubicBezTo>
                <a:lnTo>
                  <a:pt x="50435" y="126643"/>
                </a:lnTo>
                <a:cubicBezTo>
                  <a:pt x="48943" y="128705"/>
                  <a:pt x="46637" y="129980"/>
                  <a:pt x="44086" y="130197"/>
                </a:cubicBezTo>
                <a:cubicBezTo>
                  <a:pt x="41536" y="130415"/>
                  <a:pt x="39067" y="129465"/>
                  <a:pt x="37277" y="127674"/>
                </a:cubicBezTo>
                <a:lnTo>
                  <a:pt x="2550" y="92948"/>
                </a:lnTo>
                <a:cubicBezTo>
                  <a:pt x="-841" y="89557"/>
                  <a:pt x="-841" y="84049"/>
                  <a:pt x="2550" y="80658"/>
                </a:cubicBezTo>
                <a:cubicBezTo>
                  <a:pt x="5941" y="77267"/>
                  <a:pt x="11449" y="77267"/>
                  <a:pt x="14840" y="80658"/>
                </a:cubicBezTo>
                <a:lnTo>
                  <a:pt x="42377" y="108195"/>
                </a:lnTo>
                <a:lnTo>
                  <a:pt x="105862" y="20917"/>
                </a:lnTo>
                <a:cubicBezTo>
                  <a:pt x="108683" y="17038"/>
                  <a:pt x="114109" y="16170"/>
                  <a:pt x="117989" y="1899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2" name="Text 30"/>
          <p:cNvSpPr/>
          <p:nvPr/>
        </p:nvSpPr>
        <p:spPr>
          <a:xfrm>
            <a:off x="4746625" y="5092701"/>
            <a:ext cx="140295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 comparison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20158" y="5362576"/>
            <a:ext cx="121543" cy="138906"/>
          </a:xfrm>
          <a:custGeom>
            <a:avLst/>
            <a:gdLst/>
            <a:ahLst/>
            <a:cxnLst/>
            <a:rect l="l" t="t" r="r" b="b"/>
            <a:pathLst>
              <a:path w="121543" h="138906">
                <a:moveTo>
                  <a:pt x="117962" y="19018"/>
                </a:moveTo>
                <a:cubicBezTo>
                  <a:pt x="121841" y="21840"/>
                  <a:pt x="122710" y="27266"/>
                  <a:pt x="119888" y="31145"/>
                </a:cubicBezTo>
                <a:lnTo>
                  <a:pt x="50435" y="126643"/>
                </a:lnTo>
                <a:cubicBezTo>
                  <a:pt x="48943" y="128705"/>
                  <a:pt x="46637" y="129980"/>
                  <a:pt x="44086" y="130197"/>
                </a:cubicBezTo>
                <a:cubicBezTo>
                  <a:pt x="41536" y="130415"/>
                  <a:pt x="39067" y="129465"/>
                  <a:pt x="37277" y="127674"/>
                </a:cubicBezTo>
                <a:lnTo>
                  <a:pt x="2550" y="92948"/>
                </a:lnTo>
                <a:cubicBezTo>
                  <a:pt x="-841" y="89557"/>
                  <a:pt x="-841" y="84049"/>
                  <a:pt x="2550" y="80658"/>
                </a:cubicBezTo>
                <a:cubicBezTo>
                  <a:pt x="5941" y="77267"/>
                  <a:pt x="11449" y="77267"/>
                  <a:pt x="14840" y="80658"/>
                </a:cubicBezTo>
                <a:lnTo>
                  <a:pt x="42377" y="108195"/>
                </a:lnTo>
                <a:lnTo>
                  <a:pt x="105862" y="20917"/>
                </a:lnTo>
                <a:cubicBezTo>
                  <a:pt x="108683" y="17038"/>
                  <a:pt x="114109" y="16170"/>
                  <a:pt x="117989" y="1899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4" name="Text 32"/>
          <p:cNvSpPr/>
          <p:nvPr/>
        </p:nvSpPr>
        <p:spPr>
          <a:xfrm>
            <a:off x="4746625" y="5330826"/>
            <a:ext cx="140295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Deviation highlighting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84058" y="1868487"/>
            <a:ext cx="3689350" cy="3903662"/>
          </a:xfrm>
          <a:custGeom>
            <a:avLst/>
            <a:gdLst/>
            <a:ahLst/>
            <a:cxnLst/>
            <a:rect l="l" t="t" r="r" b="b"/>
            <a:pathLst>
              <a:path w="3689350" h="3903662">
                <a:moveTo>
                  <a:pt x="119055" y="0"/>
                </a:moveTo>
                <a:lnTo>
                  <a:pt x="3570295" y="0"/>
                </a:lnTo>
                <a:cubicBezTo>
                  <a:pt x="3636047" y="0"/>
                  <a:pt x="3689350" y="53303"/>
                  <a:pt x="3689350" y="119055"/>
                </a:cubicBezTo>
                <a:lnTo>
                  <a:pt x="3689350" y="3784607"/>
                </a:lnTo>
                <a:cubicBezTo>
                  <a:pt x="3689350" y="3850360"/>
                  <a:pt x="3636047" y="3903662"/>
                  <a:pt x="3570295" y="3903662"/>
                </a:cubicBezTo>
                <a:lnTo>
                  <a:pt x="119055" y="3903662"/>
                </a:lnTo>
                <a:cubicBezTo>
                  <a:pt x="53303" y="3903662"/>
                  <a:pt x="0" y="3850360"/>
                  <a:pt x="0" y="3784607"/>
                </a:cubicBezTo>
                <a:lnTo>
                  <a:pt x="0" y="119055"/>
                </a:lnTo>
                <a:cubicBezTo>
                  <a:pt x="0" y="53347"/>
                  <a:pt x="53347" y="0"/>
                  <a:pt x="119055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25359" y="210979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594031" y="2248696"/>
            <a:ext cx="4425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44" b="1" dirty="0">
                <a:solidFill>
                  <a:srgbClr val="72E1D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19109" y="2169321"/>
            <a:ext cx="1857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7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Across All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19109" y="2486821"/>
            <a:ext cx="1807766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 SEARCH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41234" y="2943227"/>
            <a:ext cx="3190875" cy="555625"/>
          </a:xfrm>
          <a:custGeom>
            <a:avLst/>
            <a:gdLst/>
            <a:ahLst/>
            <a:cxnLst/>
            <a:rect l="l" t="t" r="r" b="b"/>
            <a:pathLst>
              <a:path w="3190875" h="555625">
                <a:moveTo>
                  <a:pt x="31750" y="0"/>
                </a:moveTo>
                <a:lnTo>
                  <a:pt x="3111498" y="0"/>
                </a:lnTo>
                <a:cubicBezTo>
                  <a:pt x="3155337" y="0"/>
                  <a:pt x="3190875" y="35538"/>
                  <a:pt x="3190875" y="79377"/>
                </a:cubicBezTo>
                <a:lnTo>
                  <a:pt x="3190875" y="476248"/>
                </a:lnTo>
                <a:cubicBezTo>
                  <a:pt x="3190875" y="520087"/>
                  <a:pt x="3155337" y="555625"/>
                  <a:pt x="3111498" y="555625"/>
                </a:cubicBezTo>
                <a:lnTo>
                  <a:pt x="31750" y="555625"/>
                </a:lnTo>
                <a:cubicBezTo>
                  <a:pt x="14215" y="555625"/>
                  <a:pt x="0" y="541410"/>
                  <a:pt x="0" y="52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41234" y="2943227"/>
            <a:ext cx="31750" cy="555625"/>
          </a:xfrm>
          <a:custGeom>
            <a:avLst/>
            <a:gdLst/>
            <a:ahLst/>
            <a:cxnLst/>
            <a:rect l="l" t="t" r="r" b="b"/>
            <a:pathLst>
              <a:path w="31750" h="555625">
                <a:moveTo>
                  <a:pt x="31750" y="0"/>
                </a:moveTo>
                <a:lnTo>
                  <a:pt x="31750" y="0"/>
                </a:lnTo>
                <a:lnTo>
                  <a:pt x="31750" y="555625"/>
                </a:lnTo>
                <a:lnTo>
                  <a:pt x="31750" y="555625"/>
                </a:lnTo>
                <a:cubicBezTo>
                  <a:pt x="14227" y="555625"/>
                  <a:pt x="0" y="541398"/>
                  <a:pt x="0" y="523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2" name="Text 40"/>
          <p:cNvSpPr/>
          <p:nvPr/>
        </p:nvSpPr>
        <p:spPr>
          <a:xfrm>
            <a:off x="8615859" y="3101977"/>
            <a:ext cx="2936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"Which contracts are missing clause X?"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25359" y="3657602"/>
            <a:ext cx="3286125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the entire contract portfolio using natural language to find agreements with specific characteristics, risks, or compliance gaps.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25359" y="4930777"/>
            <a:ext cx="3206750" cy="6350"/>
          </a:xfrm>
          <a:custGeom>
            <a:avLst/>
            <a:gdLst/>
            <a:ahLst/>
            <a:cxnLst/>
            <a:rect l="l" t="t" r="r" b="b"/>
            <a:pathLst>
              <a:path w="3206750" h="6350">
                <a:moveTo>
                  <a:pt x="0" y="0"/>
                </a:moveTo>
                <a:lnTo>
                  <a:pt x="3206750" y="0"/>
                </a:lnTo>
                <a:lnTo>
                  <a:pt x="32067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51900" y="5124451"/>
            <a:ext cx="121543" cy="138906"/>
          </a:xfrm>
          <a:custGeom>
            <a:avLst/>
            <a:gdLst/>
            <a:ahLst/>
            <a:cxnLst/>
            <a:rect l="l" t="t" r="r" b="b"/>
            <a:pathLst>
              <a:path w="121543" h="138906">
                <a:moveTo>
                  <a:pt x="117962" y="19018"/>
                </a:moveTo>
                <a:cubicBezTo>
                  <a:pt x="121841" y="21840"/>
                  <a:pt x="122710" y="27266"/>
                  <a:pt x="119888" y="31145"/>
                </a:cubicBezTo>
                <a:lnTo>
                  <a:pt x="50435" y="126643"/>
                </a:lnTo>
                <a:cubicBezTo>
                  <a:pt x="48943" y="128705"/>
                  <a:pt x="46637" y="129980"/>
                  <a:pt x="44086" y="130197"/>
                </a:cubicBezTo>
                <a:cubicBezTo>
                  <a:pt x="41536" y="130415"/>
                  <a:pt x="39067" y="129465"/>
                  <a:pt x="37277" y="127674"/>
                </a:cubicBezTo>
                <a:lnTo>
                  <a:pt x="2550" y="92948"/>
                </a:lnTo>
                <a:cubicBezTo>
                  <a:pt x="-841" y="89557"/>
                  <a:pt x="-841" y="84049"/>
                  <a:pt x="2550" y="80658"/>
                </a:cubicBezTo>
                <a:cubicBezTo>
                  <a:pt x="5941" y="77267"/>
                  <a:pt x="11449" y="77267"/>
                  <a:pt x="14840" y="80658"/>
                </a:cubicBezTo>
                <a:lnTo>
                  <a:pt x="42377" y="108195"/>
                </a:lnTo>
                <a:lnTo>
                  <a:pt x="105862" y="20917"/>
                </a:lnTo>
                <a:cubicBezTo>
                  <a:pt x="108683" y="17038"/>
                  <a:pt x="114109" y="16170"/>
                  <a:pt x="117989" y="1899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6" name="Text 44"/>
          <p:cNvSpPr/>
          <p:nvPr/>
        </p:nvSpPr>
        <p:spPr>
          <a:xfrm>
            <a:off x="8678367" y="5092701"/>
            <a:ext cx="1379141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Portfolio-wide search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51900" y="5362576"/>
            <a:ext cx="121543" cy="138906"/>
          </a:xfrm>
          <a:custGeom>
            <a:avLst/>
            <a:gdLst/>
            <a:ahLst/>
            <a:cxnLst/>
            <a:rect l="l" t="t" r="r" b="b"/>
            <a:pathLst>
              <a:path w="121543" h="138906">
                <a:moveTo>
                  <a:pt x="117962" y="19018"/>
                </a:moveTo>
                <a:cubicBezTo>
                  <a:pt x="121841" y="21840"/>
                  <a:pt x="122710" y="27266"/>
                  <a:pt x="119888" y="31145"/>
                </a:cubicBezTo>
                <a:lnTo>
                  <a:pt x="50435" y="126643"/>
                </a:lnTo>
                <a:cubicBezTo>
                  <a:pt x="48943" y="128705"/>
                  <a:pt x="46637" y="129980"/>
                  <a:pt x="44086" y="130197"/>
                </a:cubicBezTo>
                <a:cubicBezTo>
                  <a:pt x="41536" y="130415"/>
                  <a:pt x="39067" y="129465"/>
                  <a:pt x="37277" y="127674"/>
                </a:cubicBezTo>
                <a:lnTo>
                  <a:pt x="2550" y="92948"/>
                </a:lnTo>
                <a:cubicBezTo>
                  <a:pt x="-841" y="89557"/>
                  <a:pt x="-841" y="84049"/>
                  <a:pt x="2550" y="80658"/>
                </a:cubicBezTo>
                <a:cubicBezTo>
                  <a:pt x="5941" y="77267"/>
                  <a:pt x="11449" y="77267"/>
                  <a:pt x="14840" y="80658"/>
                </a:cubicBezTo>
                <a:lnTo>
                  <a:pt x="42377" y="108195"/>
                </a:lnTo>
                <a:lnTo>
                  <a:pt x="105862" y="20917"/>
                </a:lnTo>
                <a:cubicBezTo>
                  <a:pt x="108683" y="17038"/>
                  <a:pt x="114109" y="16170"/>
                  <a:pt x="117989" y="1899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8" name="Text 46"/>
          <p:cNvSpPr/>
          <p:nvPr/>
        </p:nvSpPr>
        <p:spPr>
          <a:xfrm>
            <a:off x="8678367" y="5330826"/>
            <a:ext cx="94257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analysis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0675" y="5975349"/>
            <a:ext cx="11547475" cy="561975"/>
          </a:xfrm>
          <a:custGeom>
            <a:avLst/>
            <a:gdLst/>
            <a:ahLst/>
            <a:cxnLst/>
            <a:rect l="l" t="t" r="r" b="b"/>
            <a:pathLst>
              <a:path w="11547475" h="561975">
                <a:moveTo>
                  <a:pt x="79373" y="0"/>
                </a:moveTo>
                <a:lnTo>
                  <a:pt x="11468102" y="0"/>
                </a:lnTo>
                <a:cubicBezTo>
                  <a:pt x="11511938" y="0"/>
                  <a:pt x="11547475" y="35537"/>
                  <a:pt x="11547475" y="79373"/>
                </a:cubicBezTo>
                <a:lnTo>
                  <a:pt x="11547475" y="482602"/>
                </a:lnTo>
                <a:cubicBezTo>
                  <a:pt x="11547475" y="526438"/>
                  <a:pt x="11511938" y="561975"/>
                  <a:pt x="11468102" y="561975"/>
                </a:cubicBezTo>
                <a:lnTo>
                  <a:pt x="79373" y="561975"/>
                </a:lnTo>
                <a:cubicBezTo>
                  <a:pt x="35566" y="561975"/>
                  <a:pt x="0" y="526409"/>
                  <a:pt x="0" y="4826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31219" y="61753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51" name="Text 49"/>
          <p:cNvSpPr/>
          <p:nvPr/>
        </p:nvSpPr>
        <p:spPr>
          <a:xfrm>
            <a:off x="690959" y="6137277"/>
            <a:ext cx="110549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Flexible Workflows:</a:t>
            </a:r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mode serves a distinct legal use case, from individual review to portfolio management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79375" y="0"/>
                </a:moveTo>
                <a:lnTo>
                  <a:pt x="317500" y="0"/>
                </a:lnTo>
                <a:cubicBezTo>
                  <a:pt x="361308" y="0"/>
                  <a:pt x="396875" y="35567"/>
                  <a:pt x="396875" y="79375"/>
                </a:cubicBezTo>
                <a:lnTo>
                  <a:pt x="396875" y="317500"/>
                </a:lnTo>
                <a:cubicBezTo>
                  <a:pt x="396875" y="361308"/>
                  <a:pt x="361308" y="396875"/>
                  <a:pt x="317500" y="396875"/>
                </a:cubicBezTo>
                <a:lnTo>
                  <a:pt x="79375" y="396875"/>
                </a:lnTo>
                <a:cubicBezTo>
                  <a:pt x="35567" y="396875"/>
                  <a:pt x="0" y="361308"/>
                  <a:pt x="0" y="317500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37307" y="428625"/>
            <a:ext cx="156270" cy="178594"/>
          </a:xfrm>
          <a:custGeom>
            <a:avLst/>
            <a:gdLst/>
            <a:ahLst/>
            <a:cxnLst/>
            <a:rect l="l" t="t" r="r" b="b"/>
            <a:pathLst>
              <a:path w="156270" h="178594">
                <a:moveTo>
                  <a:pt x="156270" y="71786"/>
                </a:moveTo>
                <a:cubicBezTo>
                  <a:pt x="151107" y="75205"/>
                  <a:pt x="145177" y="77960"/>
                  <a:pt x="139003" y="80158"/>
                </a:cubicBezTo>
                <a:cubicBezTo>
                  <a:pt x="122609" y="86018"/>
                  <a:pt x="101087" y="89297"/>
                  <a:pt x="78135" y="89297"/>
                </a:cubicBezTo>
                <a:cubicBezTo>
                  <a:pt x="55183" y="89297"/>
                  <a:pt x="33626" y="85983"/>
                  <a:pt x="17266" y="80158"/>
                </a:cubicBezTo>
                <a:cubicBezTo>
                  <a:pt x="11127" y="77960"/>
                  <a:pt x="5162" y="75205"/>
                  <a:pt x="0" y="71786"/>
                </a:cubicBezTo>
                <a:lnTo>
                  <a:pt x="0" y="100459"/>
                </a:lnTo>
                <a:cubicBezTo>
                  <a:pt x="0" y="115877"/>
                  <a:pt x="34986" y="128364"/>
                  <a:pt x="78135" y="128364"/>
                </a:cubicBezTo>
                <a:cubicBezTo>
                  <a:pt x="121283" y="128364"/>
                  <a:pt x="156270" y="115877"/>
                  <a:pt x="156270" y="100459"/>
                </a:cubicBezTo>
                <a:lnTo>
                  <a:pt x="156270" y="71786"/>
                </a:lnTo>
                <a:close/>
                <a:moveTo>
                  <a:pt x="156270" y="44648"/>
                </a:moveTo>
                <a:lnTo>
                  <a:pt x="156270" y="27905"/>
                </a:lnTo>
                <a:cubicBezTo>
                  <a:pt x="156270" y="12488"/>
                  <a:pt x="121283" y="0"/>
                  <a:pt x="78135" y="0"/>
                </a:cubicBezTo>
                <a:cubicBezTo>
                  <a:pt x="34986" y="0"/>
                  <a:pt x="0" y="12488"/>
                  <a:pt x="0" y="27905"/>
                </a:cubicBezTo>
                <a:lnTo>
                  <a:pt x="0" y="44648"/>
                </a:lnTo>
                <a:cubicBezTo>
                  <a:pt x="0" y="60066"/>
                  <a:pt x="34986" y="72554"/>
                  <a:pt x="78135" y="72554"/>
                </a:cubicBezTo>
                <a:cubicBezTo>
                  <a:pt x="121283" y="72554"/>
                  <a:pt x="156270" y="60066"/>
                  <a:pt x="156270" y="44648"/>
                </a:cubicBezTo>
                <a:close/>
                <a:moveTo>
                  <a:pt x="139003" y="135968"/>
                </a:moveTo>
                <a:cubicBezTo>
                  <a:pt x="122644" y="141794"/>
                  <a:pt x="101122" y="145107"/>
                  <a:pt x="78135" y="145107"/>
                </a:cubicBezTo>
                <a:cubicBezTo>
                  <a:pt x="55148" y="145107"/>
                  <a:pt x="33626" y="141794"/>
                  <a:pt x="17266" y="135968"/>
                </a:cubicBezTo>
                <a:cubicBezTo>
                  <a:pt x="11127" y="133771"/>
                  <a:pt x="5162" y="131015"/>
                  <a:pt x="0" y="127597"/>
                </a:cubicBezTo>
                <a:lnTo>
                  <a:pt x="0" y="150688"/>
                </a:lnTo>
                <a:cubicBezTo>
                  <a:pt x="0" y="166106"/>
                  <a:pt x="34986" y="178594"/>
                  <a:pt x="78135" y="178594"/>
                </a:cubicBezTo>
                <a:cubicBezTo>
                  <a:pt x="121283" y="178594"/>
                  <a:pt x="156270" y="166106"/>
                  <a:pt x="156270" y="150688"/>
                </a:cubicBezTo>
                <a:lnTo>
                  <a:pt x="156270" y="127597"/>
                </a:lnTo>
                <a:cubicBezTo>
                  <a:pt x="151107" y="131015"/>
                  <a:pt x="145177" y="133771"/>
                  <a:pt x="139003" y="13596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33438" y="396875"/>
            <a:ext cx="1770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spc="63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93750"/>
            <a:ext cx="11795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Handling Strategy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511300"/>
            <a:ext cx="5610225" cy="5046663"/>
          </a:xfrm>
          <a:custGeom>
            <a:avLst/>
            <a:gdLst/>
            <a:ahLst/>
            <a:cxnLst/>
            <a:rect l="l" t="t" r="r" b="b"/>
            <a:pathLst>
              <a:path w="5610225" h="5046663">
                <a:moveTo>
                  <a:pt x="119051" y="0"/>
                </a:moveTo>
                <a:lnTo>
                  <a:pt x="5491174" y="0"/>
                </a:lnTo>
                <a:cubicBezTo>
                  <a:pt x="5556924" y="0"/>
                  <a:pt x="5610225" y="53301"/>
                  <a:pt x="5610225" y="119051"/>
                </a:cubicBezTo>
                <a:lnTo>
                  <a:pt x="5610225" y="4927612"/>
                </a:lnTo>
                <a:cubicBezTo>
                  <a:pt x="5610225" y="4993362"/>
                  <a:pt x="5556924" y="5046663"/>
                  <a:pt x="5491174" y="5046663"/>
                </a:cubicBezTo>
                <a:lnTo>
                  <a:pt x="119051" y="5046663"/>
                </a:lnTo>
                <a:cubicBezTo>
                  <a:pt x="53301" y="5046663"/>
                  <a:pt x="0" y="4993362"/>
                  <a:pt x="0" y="4927612"/>
                </a:cubicBezTo>
                <a:lnTo>
                  <a:pt x="0" y="119051"/>
                </a:lnTo>
                <a:cubicBezTo>
                  <a:pt x="0" y="53301"/>
                  <a:pt x="53301" y="0"/>
                  <a:pt x="119051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350" y="1831977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0518" y="2002634"/>
            <a:ext cx="297656" cy="297656"/>
          </a:xfrm>
          <a:custGeom>
            <a:avLst/>
            <a:gdLst/>
            <a:ahLst/>
            <a:cxnLst/>
            <a:rect l="l" t="t" r="r" b="b"/>
            <a:pathLst>
              <a:path w="297656" h="297656">
                <a:moveTo>
                  <a:pt x="0" y="37207"/>
                </a:moveTo>
                <a:cubicBezTo>
                  <a:pt x="0" y="26917"/>
                  <a:pt x="8313" y="18604"/>
                  <a:pt x="18604" y="18604"/>
                </a:cubicBezTo>
                <a:lnTo>
                  <a:pt x="279053" y="18604"/>
                </a:lnTo>
                <a:cubicBezTo>
                  <a:pt x="289343" y="18604"/>
                  <a:pt x="297656" y="26917"/>
                  <a:pt x="297656" y="37207"/>
                </a:cubicBezTo>
                <a:lnTo>
                  <a:pt x="297656" y="55811"/>
                </a:lnTo>
                <a:cubicBezTo>
                  <a:pt x="297656" y="66101"/>
                  <a:pt x="289343" y="74414"/>
                  <a:pt x="279053" y="74414"/>
                </a:cubicBezTo>
                <a:lnTo>
                  <a:pt x="18604" y="74414"/>
                </a:lnTo>
                <a:cubicBezTo>
                  <a:pt x="8313" y="74414"/>
                  <a:pt x="0" y="66101"/>
                  <a:pt x="0" y="55811"/>
                </a:cubicBezTo>
                <a:lnTo>
                  <a:pt x="0" y="37207"/>
                </a:lnTo>
                <a:close/>
                <a:moveTo>
                  <a:pt x="18604" y="102319"/>
                </a:moveTo>
                <a:lnTo>
                  <a:pt x="279053" y="102319"/>
                </a:lnTo>
                <a:lnTo>
                  <a:pt x="279053" y="241846"/>
                </a:lnTo>
                <a:cubicBezTo>
                  <a:pt x="279053" y="262368"/>
                  <a:pt x="262368" y="279053"/>
                  <a:pt x="241846" y="279053"/>
                </a:cubicBezTo>
                <a:lnTo>
                  <a:pt x="55811" y="279053"/>
                </a:lnTo>
                <a:cubicBezTo>
                  <a:pt x="35289" y="279053"/>
                  <a:pt x="18604" y="262368"/>
                  <a:pt x="18604" y="241846"/>
                </a:cubicBezTo>
                <a:lnTo>
                  <a:pt x="18604" y="102319"/>
                </a:lnTo>
                <a:close/>
                <a:moveTo>
                  <a:pt x="106970" y="139526"/>
                </a:moveTo>
                <a:cubicBezTo>
                  <a:pt x="99238" y="139526"/>
                  <a:pt x="93018" y="145747"/>
                  <a:pt x="93018" y="153479"/>
                </a:cubicBezTo>
                <a:cubicBezTo>
                  <a:pt x="93018" y="161211"/>
                  <a:pt x="99238" y="167432"/>
                  <a:pt x="106970" y="167432"/>
                </a:cubicBezTo>
                <a:lnTo>
                  <a:pt x="190686" y="167432"/>
                </a:lnTo>
                <a:cubicBezTo>
                  <a:pt x="198418" y="167432"/>
                  <a:pt x="204639" y="161211"/>
                  <a:pt x="204639" y="153479"/>
                </a:cubicBezTo>
                <a:cubicBezTo>
                  <a:pt x="204639" y="145747"/>
                  <a:pt x="198418" y="139526"/>
                  <a:pt x="190686" y="139526"/>
                </a:cubicBezTo>
                <a:lnTo>
                  <a:pt x="106970" y="139526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9" name="Text 7"/>
          <p:cNvSpPr/>
          <p:nvPr/>
        </p:nvSpPr>
        <p:spPr>
          <a:xfrm>
            <a:off x="1435100" y="1851821"/>
            <a:ext cx="2776141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44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Persistent Database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100" y="2209009"/>
            <a:ext cx="2706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350" y="2705102"/>
            <a:ext cx="5058172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6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Stores approved contracts and organizational knowledge for ongoing analysis and reference. This forms the institutional memory of your contract portfolio.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3178" y="3855544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89297" y="178594"/>
                </a:moveTo>
                <a:cubicBezTo>
                  <a:pt x="138581" y="178594"/>
                  <a:pt x="178594" y="138581"/>
                  <a:pt x="178594" y="89297"/>
                </a:cubicBezTo>
                <a:cubicBezTo>
                  <a:pt x="178594" y="40013"/>
                  <a:pt x="138581" y="0"/>
                  <a:pt x="89297" y="0"/>
                </a:cubicBezTo>
                <a:cubicBezTo>
                  <a:pt x="40013" y="0"/>
                  <a:pt x="0" y="40013"/>
                  <a:pt x="0" y="89297"/>
                </a:cubicBezTo>
                <a:cubicBezTo>
                  <a:pt x="0" y="138581"/>
                  <a:pt x="40013" y="178594"/>
                  <a:pt x="89297" y="178594"/>
                </a:cubicBezTo>
                <a:close/>
                <a:moveTo>
                  <a:pt x="118737" y="74193"/>
                </a:moveTo>
                <a:lnTo>
                  <a:pt x="90832" y="118842"/>
                </a:lnTo>
                <a:cubicBezTo>
                  <a:pt x="89367" y="121179"/>
                  <a:pt x="86855" y="122644"/>
                  <a:pt x="84100" y="122783"/>
                </a:cubicBezTo>
                <a:cubicBezTo>
                  <a:pt x="81344" y="122923"/>
                  <a:pt x="78693" y="121667"/>
                  <a:pt x="77053" y="119435"/>
                </a:cubicBezTo>
                <a:lnTo>
                  <a:pt x="60310" y="97110"/>
                </a:lnTo>
                <a:cubicBezTo>
                  <a:pt x="57520" y="93413"/>
                  <a:pt x="58287" y="88181"/>
                  <a:pt x="61985" y="85390"/>
                </a:cubicBezTo>
                <a:cubicBezTo>
                  <a:pt x="65682" y="82600"/>
                  <a:pt x="70914" y="83367"/>
                  <a:pt x="73705" y="87064"/>
                </a:cubicBezTo>
                <a:lnTo>
                  <a:pt x="83123" y="99622"/>
                </a:lnTo>
                <a:lnTo>
                  <a:pt x="104540" y="65333"/>
                </a:lnTo>
                <a:cubicBezTo>
                  <a:pt x="106982" y="61426"/>
                  <a:pt x="112144" y="60206"/>
                  <a:pt x="116086" y="62682"/>
                </a:cubicBezTo>
                <a:cubicBezTo>
                  <a:pt x="120028" y="65159"/>
                  <a:pt x="121214" y="70286"/>
                  <a:pt x="118737" y="7422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3" name="Text 11"/>
          <p:cNvSpPr/>
          <p:nvPr/>
        </p:nvSpPr>
        <p:spPr>
          <a:xfrm>
            <a:off x="983655" y="3813872"/>
            <a:ext cx="2960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Storage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3655" y="4051997"/>
            <a:ext cx="2950766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Retains executed contracts for future reference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3178" y="4411169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89297" y="178594"/>
                </a:moveTo>
                <a:cubicBezTo>
                  <a:pt x="138581" y="178594"/>
                  <a:pt x="178594" y="138581"/>
                  <a:pt x="178594" y="89297"/>
                </a:cubicBezTo>
                <a:cubicBezTo>
                  <a:pt x="178594" y="40013"/>
                  <a:pt x="138581" y="0"/>
                  <a:pt x="89297" y="0"/>
                </a:cubicBezTo>
                <a:cubicBezTo>
                  <a:pt x="40013" y="0"/>
                  <a:pt x="0" y="40013"/>
                  <a:pt x="0" y="89297"/>
                </a:cubicBezTo>
                <a:cubicBezTo>
                  <a:pt x="0" y="138581"/>
                  <a:pt x="40013" y="178594"/>
                  <a:pt x="89297" y="178594"/>
                </a:cubicBezTo>
                <a:close/>
                <a:moveTo>
                  <a:pt x="118737" y="74193"/>
                </a:moveTo>
                <a:lnTo>
                  <a:pt x="90832" y="118842"/>
                </a:lnTo>
                <a:cubicBezTo>
                  <a:pt x="89367" y="121179"/>
                  <a:pt x="86855" y="122644"/>
                  <a:pt x="84100" y="122783"/>
                </a:cubicBezTo>
                <a:cubicBezTo>
                  <a:pt x="81344" y="122923"/>
                  <a:pt x="78693" y="121667"/>
                  <a:pt x="77053" y="119435"/>
                </a:cubicBezTo>
                <a:lnTo>
                  <a:pt x="60310" y="97110"/>
                </a:lnTo>
                <a:cubicBezTo>
                  <a:pt x="57520" y="93413"/>
                  <a:pt x="58287" y="88181"/>
                  <a:pt x="61985" y="85390"/>
                </a:cubicBezTo>
                <a:cubicBezTo>
                  <a:pt x="65682" y="82600"/>
                  <a:pt x="70914" y="83367"/>
                  <a:pt x="73705" y="87064"/>
                </a:cubicBezTo>
                <a:lnTo>
                  <a:pt x="83123" y="99622"/>
                </a:lnTo>
                <a:lnTo>
                  <a:pt x="104540" y="65333"/>
                </a:lnTo>
                <a:cubicBezTo>
                  <a:pt x="106982" y="61426"/>
                  <a:pt x="112144" y="60206"/>
                  <a:pt x="116086" y="62682"/>
                </a:cubicBezTo>
                <a:cubicBezTo>
                  <a:pt x="120028" y="65159"/>
                  <a:pt x="121214" y="70286"/>
                  <a:pt x="118737" y="7422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6" name="Text 14"/>
          <p:cNvSpPr/>
          <p:nvPr/>
        </p:nvSpPr>
        <p:spPr>
          <a:xfrm>
            <a:off x="983655" y="4369497"/>
            <a:ext cx="2833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Searchable Archive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3655" y="4607622"/>
            <a:ext cx="2823766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Full-text search across entire contract history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3178" y="4966794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89297" y="178594"/>
                </a:moveTo>
                <a:cubicBezTo>
                  <a:pt x="138581" y="178594"/>
                  <a:pt x="178594" y="138581"/>
                  <a:pt x="178594" y="89297"/>
                </a:cubicBezTo>
                <a:cubicBezTo>
                  <a:pt x="178594" y="40013"/>
                  <a:pt x="138581" y="0"/>
                  <a:pt x="89297" y="0"/>
                </a:cubicBezTo>
                <a:cubicBezTo>
                  <a:pt x="40013" y="0"/>
                  <a:pt x="0" y="40013"/>
                  <a:pt x="0" y="89297"/>
                </a:cubicBezTo>
                <a:cubicBezTo>
                  <a:pt x="0" y="138581"/>
                  <a:pt x="40013" y="178594"/>
                  <a:pt x="89297" y="178594"/>
                </a:cubicBezTo>
                <a:close/>
                <a:moveTo>
                  <a:pt x="118737" y="74193"/>
                </a:moveTo>
                <a:lnTo>
                  <a:pt x="90832" y="118842"/>
                </a:lnTo>
                <a:cubicBezTo>
                  <a:pt x="89367" y="121179"/>
                  <a:pt x="86855" y="122644"/>
                  <a:pt x="84100" y="122783"/>
                </a:cubicBezTo>
                <a:cubicBezTo>
                  <a:pt x="81344" y="122923"/>
                  <a:pt x="78693" y="121667"/>
                  <a:pt x="77053" y="119435"/>
                </a:cubicBezTo>
                <a:lnTo>
                  <a:pt x="60310" y="97110"/>
                </a:lnTo>
                <a:cubicBezTo>
                  <a:pt x="57520" y="93413"/>
                  <a:pt x="58287" y="88181"/>
                  <a:pt x="61985" y="85390"/>
                </a:cubicBezTo>
                <a:cubicBezTo>
                  <a:pt x="65682" y="82600"/>
                  <a:pt x="70914" y="83367"/>
                  <a:pt x="73705" y="87064"/>
                </a:cubicBezTo>
                <a:lnTo>
                  <a:pt x="83123" y="99622"/>
                </a:lnTo>
                <a:lnTo>
                  <a:pt x="104540" y="65333"/>
                </a:lnTo>
                <a:cubicBezTo>
                  <a:pt x="106982" y="61426"/>
                  <a:pt x="112144" y="60206"/>
                  <a:pt x="116086" y="62682"/>
                </a:cubicBezTo>
                <a:cubicBezTo>
                  <a:pt x="120028" y="65159"/>
                  <a:pt x="121214" y="70286"/>
                  <a:pt x="118737" y="7422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9" name="Text 17"/>
          <p:cNvSpPr/>
          <p:nvPr/>
        </p:nvSpPr>
        <p:spPr>
          <a:xfrm>
            <a:off x="983655" y="4925122"/>
            <a:ext cx="3048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Building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3655" y="5163247"/>
            <a:ext cx="303807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Accumulates organizational contract intelligence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1350" y="5602984"/>
            <a:ext cx="4968875" cy="6350"/>
          </a:xfrm>
          <a:custGeom>
            <a:avLst/>
            <a:gdLst/>
            <a:ahLst/>
            <a:cxnLst/>
            <a:rect l="l" t="t" r="r" b="b"/>
            <a:pathLst>
              <a:path w="4968875" h="6350">
                <a:moveTo>
                  <a:pt x="0" y="0"/>
                </a:moveTo>
                <a:lnTo>
                  <a:pt x="4968875" y="0"/>
                </a:lnTo>
                <a:lnTo>
                  <a:pt x="49688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1350" y="5764908"/>
            <a:ext cx="503832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350" y="6003033"/>
            <a:ext cx="5048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 executed agreements, standard templates, and policy documents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57925" y="1511300"/>
            <a:ext cx="5610225" cy="5046663"/>
          </a:xfrm>
          <a:custGeom>
            <a:avLst/>
            <a:gdLst/>
            <a:ahLst/>
            <a:cxnLst/>
            <a:rect l="l" t="t" r="r" b="b"/>
            <a:pathLst>
              <a:path w="5610225" h="5046663">
                <a:moveTo>
                  <a:pt x="119051" y="0"/>
                </a:moveTo>
                <a:lnTo>
                  <a:pt x="5491174" y="0"/>
                </a:lnTo>
                <a:cubicBezTo>
                  <a:pt x="5556924" y="0"/>
                  <a:pt x="5610225" y="53301"/>
                  <a:pt x="5610225" y="119051"/>
                </a:cubicBezTo>
                <a:lnTo>
                  <a:pt x="5610225" y="4927612"/>
                </a:lnTo>
                <a:cubicBezTo>
                  <a:pt x="5610225" y="4993362"/>
                  <a:pt x="5556924" y="5046663"/>
                  <a:pt x="5491174" y="5046663"/>
                </a:cubicBezTo>
                <a:lnTo>
                  <a:pt x="119051" y="5046663"/>
                </a:lnTo>
                <a:cubicBezTo>
                  <a:pt x="53301" y="5046663"/>
                  <a:pt x="0" y="4993362"/>
                  <a:pt x="0" y="4927612"/>
                </a:cubicBezTo>
                <a:lnTo>
                  <a:pt x="0" y="119051"/>
                </a:lnTo>
                <a:cubicBezTo>
                  <a:pt x="0" y="53301"/>
                  <a:pt x="53301" y="0"/>
                  <a:pt x="119051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8600" y="1831977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19063" y="0"/>
                </a:moveTo>
                <a:lnTo>
                  <a:pt x="515938" y="0"/>
                </a:lnTo>
                <a:cubicBezTo>
                  <a:pt x="581650" y="0"/>
                  <a:pt x="635000" y="53350"/>
                  <a:pt x="635000" y="119063"/>
                </a:cubicBezTo>
                <a:lnTo>
                  <a:pt x="635000" y="515938"/>
                </a:lnTo>
                <a:cubicBezTo>
                  <a:pt x="635000" y="581650"/>
                  <a:pt x="581650" y="635000"/>
                  <a:pt x="515938" y="635000"/>
                </a:cubicBezTo>
                <a:lnTo>
                  <a:pt x="119063" y="635000"/>
                </a:lnTo>
                <a:cubicBezTo>
                  <a:pt x="53350" y="635000"/>
                  <a:pt x="0" y="581650"/>
                  <a:pt x="0" y="515938"/>
                </a:cubicBezTo>
                <a:lnTo>
                  <a:pt x="0" y="119063"/>
                </a:lnTo>
                <a:cubicBezTo>
                  <a:pt x="0" y="53350"/>
                  <a:pt x="53350" y="0"/>
                  <a:pt x="119062" y="0"/>
                </a:cubicBezTo>
                <a:close/>
              </a:path>
            </a:pathLst>
          </a:custGeom>
          <a:solidFill>
            <a:srgbClr val="6B7B8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747768" y="2002634"/>
            <a:ext cx="297656" cy="297656"/>
          </a:xfrm>
          <a:custGeom>
            <a:avLst/>
            <a:gdLst/>
            <a:ahLst/>
            <a:cxnLst/>
            <a:rect l="l" t="t" r="r" b="b"/>
            <a:pathLst>
              <a:path w="297656" h="297656">
                <a:moveTo>
                  <a:pt x="148828" y="0"/>
                </a:moveTo>
                <a:cubicBezTo>
                  <a:pt x="230969" y="0"/>
                  <a:pt x="297656" y="66688"/>
                  <a:pt x="297656" y="148828"/>
                </a:cubicBezTo>
                <a:cubicBezTo>
                  <a:pt x="297656" y="230969"/>
                  <a:pt x="230969" y="297656"/>
                  <a:pt x="148828" y="297656"/>
                </a:cubicBezTo>
                <a:cubicBezTo>
                  <a:pt x="66688" y="297656"/>
                  <a:pt x="0" y="230969"/>
                  <a:pt x="0" y="148828"/>
                </a:cubicBezTo>
                <a:cubicBezTo>
                  <a:pt x="0" y="66688"/>
                  <a:pt x="66688" y="0"/>
                  <a:pt x="148828" y="0"/>
                </a:cubicBezTo>
                <a:close/>
                <a:moveTo>
                  <a:pt x="134875" y="69763"/>
                </a:moveTo>
                <a:lnTo>
                  <a:pt x="134875" y="148828"/>
                </a:lnTo>
                <a:cubicBezTo>
                  <a:pt x="134875" y="153479"/>
                  <a:pt x="137201" y="157839"/>
                  <a:pt x="141096" y="160455"/>
                </a:cubicBezTo>
                <a:lnTo>
                  <a:pt x="196907" y="197662"/>
                </a:lnTo>
                <a:cubicBezTo>
                  <a:pt x="203302" y="201964"/>
                  <a:pt x="211964" y="200220"/>
                  <a:pt x="216266" y="193767"/>
                </a:cubicBezTo>
                <a:cubicBezTo>
                  <a:pt x="220568" y="187314"/>
                  <a:pt x="218824" y="178710"/>
                  <a:pt x="212371" y="174408"/>
                </a:cubicBezTo>
                <a:lnTo>
                  <a:pt x="162781" y="141387"/>
                </a:lnTo>
                <a:lnTo>
                  <a:pt x="162781" y="69763"/>
                </a:lnTo>
                <a:cubicBezTo>
                  <a:pt x="162781" y="62031"/>
                  <a:pt x="156560" y="55811"/>
                  <a:pt x="148828" y="55811"/>
                </a:cubicBezTo>
                <a:cubicBezTo>
                  <a:pt x="141096" y="55811"/>
                  <a:pt x="134875" y="62031"/>
                  <a:pt x="134875" y="69763"/>
                </a:cubicBezTo>
                <a:close/>
              </a:path>
            </a:pathLst>
          </a:custGeom>
          <a:solidFill>
            <a:srgbClr val="6B7B8C"/>
          </a:solidFill>
          <a:ln/>
        </p:spPr>
      </p:sp>
      <p:sp>
        <p:nvSpPr>
          <p:cNvPr id="27" name="Text 25"/>
          <p:cNvSpPr/>
          <p:nvPr/>
        </p:nvSpPr>
        <p:spPr>
          <a:xfrm>
            <a:off x="7372350" y="1851821"/>
            <a:ext cx="273645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44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Temporary Uploads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72350" y="2209009"/>
            <a:ext cx="2667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ONLY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78600" y="2705102"/>
            <a:ext cx="5058172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6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one-time analysis of draft or third-party contracts without polluting the knowledge base. Maintains system cleanliness and data integrity.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00428" y="3855544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89297" y="178594"/>
                </a:moveTo>
                <a:cubicBezTo>
                  <a:pt x="138581" y="178594"/>
                  <a:pt x="178594" y="138581"/>
                  <a:pt x="178594" y="89297"/>
                </a:cubicBezTo>
                <a:cubicBezTo>
                  <a:pt x="178594" y="40013"/>
                  <a:pt x="138581" y="0"/>
                  <a:pt x="89297" y="0"/>
                </a:cubicBezTo>
                <a:cubicBezTo>
                  <a:pt x="40013" y="0"/>
                  <a:pt x="0" y="40013"/>
                  <a:pt x="0" y="89297"/>
                </a:cubicBezTo>
                <a:cubicBezTo>
                  <a:pt x="0" y="138581"/>
                  <a:pt x="40013" y="178594"/>
                  <a:pt x="89297" y="178594"/>
                </a:cubicBezTo>
                <a:close/>
                <a:moveTo>
                  <a:pt x="118737" y="74193"/>
                </a:moveTo>
                <a:lnTo>
                  <a:pt x="90832" y="118842"/>
                </a:lnTo>
                <a:cubicBezTo>
                  <a:pt x="89367" y="121179"/>
                  <a:pt x="86855" y="122644"/>
                  <a:pt x="84100" y="122783"/>
                </a:cubicBezTo>
                <a:cubicBezTo>
                  <a:pt x="81344" y="122923"/>
                  <a:pt x="78693" y="121667"/>
                  <a:pt x="77053" y="119435"/>
                </a:cubicBezTo>
                <a:lnTo>
                  <a:pt x="60310" y="97110"/>
                </a:lnTo>
                <a:cubicBezTo>
                  <a:pt x="57520" y="93413"/>
                  <a:pt x="58287" y="88181"/>
                  <a:pt x="61985" y="85390"/>
                </a:cubicBezTo>
                <a:cubicBezTo>
                  <a:pt x="65682" y="82600"/>
                  <a:pt x="70914" y="83367"/>
                  <a:pt x="73705" y="87064"/>
                </a:cubicBezTo>
                <a:lnTo>
                  <a:pt x="83123" y="99622"/>
                </a:lnTo>
                <a:lnTo>
                  <a:pt x="104540" y="65333"/>
                </a:lnTo>
                <a:cubicBezTo>
                  <a:pt x="106982" y="61426"/>
                  <a:pt x="112144" y="60206"/>
                  <a:pt x="116086" y="62682"/>
                </a:cubicBezTo>
                <a:cubicBezTo>
                  <a:pt x="120028" y="65159"/>
                  <a:pt x="121214" y="70286"/>
                  <a:pt x="118737" y="74228"/>
                </a:cubicBezTo>
                <a:close/>
              </a:path>
            </a:pathLst>
          </a:custGeom>
          <a:solidFill>
            <a:srgbClr val="6B7B8C"/>
          </a:solidFill>
          <a:ln/>
        </p:spPr>
      </p:sp>
      <p:sp>
        <p:nvSpPr>
          <p:cNvPr id="31" name="Text 29"/>
          <p:cNvSpPr/>
          <p:nvPr/>
        </p:nvSpPr>
        <p:spPr>
          <a:xfrm>
            <a:off x="6920905" y="3813872"/>
            <a:ext cx="2952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Session-based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20905" y="4051997"/>
            <a:ext cx="294282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Documents analyzed during active session only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00428" y="4411169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89297" y="178594"/>
                </a:moveTo>
                <a:cubicBezTo>
                  <a:pt x="138581" y="178594"/>
                  <a:pt x="178594" y="138581"/>
                  <a:pt x="178594" y="89297"/>
                </a:cubicBezTo>
                <a:cubicBezTo>
                  <a:pt x="178594" y="40013"/>
                  <a:pt x="138581" y="0"/>
                  <a:pt x="89297" y="0"/>
                </a:cubicBezTo>
                <a:cubicBezTo>
                  <a:pt x="40013" y="0"/>
                  <a:pt x="0" y="40013"/>
                  <a:pt x="0" y="89297"/>
                </a:cubicBezTo>
                <a:cubicBezTo>
                  <a:pt x="0" y="138581"/>
                  <a:pt x="40013" y="178594"/>
                  <a:pt x="89297" y="178594"/>
                </a:cubicBezTo>
                <a:close/>
                <a:moveTo>
                  <a:pt x="118737" y="74193"/>
                </a:moveTo>
                <a:lnTo>
                  <a:pt x="90832" y="118842"/>
                </a:lnTo>
                <a:cubicBezTo>
                  <a:pt x="89367" y="121179"/>
                  <a:pt x="86855" y="122644"/>
                  <a:pt x="84100" y="122783"/>
                </a:cubicBezTo>
                <a:cubicBezTo>
                  <a:pt x="81344" y="122923"/>
                  <a:pt x="78693" y="121667"/>
                  <a:pt x="77053" y="119435"/>
                </a:cubicBezTo>
                <a:lnTo>
                  <a:pt x="60310" y="97110"/>
                </a:lnTo>
                <a:cubicBezTo>
                  <a:pt x="57520" y="93413"/>
                  <a:pt x="58287" y="88181"/>
                  <a:pt x="61985" y="85390"/>
                </a:cubicBezTo>
                <a:cubicBezTo>
                  <a:pt x="65682" y="82600"/>
                  <a:pt x="70914" y="83367"/>
                  <a:pt x="73705" y="87064"/>
                </a:cubicBezTo>
                <a:lnTo>
                  <a:pt x="83123" y="99622"/>
                </a:lnTo>
                <a:lnTo>
                  <a:pt x="104540" y="65333"/>
                </a:lnTo>
                <a:cubicBezTo>
                  <a:pt x="106982" y="61426"/>
                  <a:pt x="112144" y="60206"/>
                  <a:pt x="116086" y="62682"/>
                </a:cubicBezTo>
                <a:cubicBezTo>
                  <a:pt x="120028" y="65159"/>
                  <a:pt x="121214" y="70286"/>
                  <a:pt x="118737" y="74228"/>
                </a:cubicBezTo>
                <a:close/>
              </a:path>
            </a:pathLst>
          </a:custGeom>
          <a:solidFill>
            <a:srgbClr val="6B7B8C"/>
          </a:solidFill>
          <a:ln/>
        </p:spPr>
      </p:sp>
      <p:sp>
        <p:nvSpPr>
          <p:cNvPr id="34" name="Text 32"/>
          <p:cNvSpPr/>
          <p:nvPr/>
        </p:nvSpPr>
        <p:spPr>
          <a:xfrm>
            <a:off x="6920905" y="4369497"/>
            <a:ext cx="3048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Persistence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20905" y="4607622"/>
            <a:ext cx="303807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removed after analysis completion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00428" y="4966794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89297" y="178594"/>
                </a:moveTo>
                <a:cubicBezTo>
                  <a:pt x="138581" y="178594"/>
                  <a:pt x="178594" y="138581"/>
                  <a:pt x="178594" y="89297"/>
                </a:cubicBezTo>
                <a:cubicBezTo>
                  <a:pt x="178594" y="40013"/>
                  <a:pt x="138581" y="0"/>
                  <a:pt x="89297" y="0"/>
                </a:cubicBezTo>
                <a:cubicBezTo>
                  <a:pt x="40013" y="0"/>
                  <a:pt x="0" y="40013"/>
                  <a:pt x="0" y="89297"/>
                </a:cubicBezTo>
                <a:cubicBezTo>
                  <a:pt x="0" y="138581"/>
                  <a:pt x="40013" y="178594"/>
                  <a:pt x="89297" y="178594"/>
                </a:cubicBezTo>
                <a:close/>
                <a:moveTo>
                  <a:pt x="118737" y="74193"/>
                </a:moveTo>
                <a:lnTo>
                  <a:pt x="90832" y="118842"/>
                </a:lnTo>
                <a:cubicBezTo>
                  <a:pt x="89367" y="121179"/>
                  <a:pt x="86855" y="122644"/>
                  <a:pt x="84100" y="122783"/>
                </a:cubicBezTo>
                <a:cubicBezTo>
                  <a:pt x="81344" y="122923"/>
                  <a:pt x="78693" y="121667"/>
                  <a:pt x="77053" y="119435"/>
                </a:cubicBezTo>
                <a:lnTo>
                  <a:pt x="60310" y="97110"/>
                </a:lnTo>
                <a:cubicBezTo>
                  <a:pt x="57520" y="93413"/>
                  <a:pt x="58287" y="88181"/>
                  <a:pt x="61985" y="85390"/>
                </a:cubicBezTo>
                <a:cubicBezTo>
                  <a:pt x="65682" y="82600"/>
                  <a:pt x="70914" y="83367"/>
                  <a:pt x="73705" y="87064"/>
                </a:cubicBezTo>
                <a:lnTo>
                  <a:pt x="83123" y="99622"/>
                </a:lnTo>
                <a:lnTo>
                  <a:pt x="104540" y="65333"/>
                </a:lnTo>
                <a:cubicBezTo>
                  <a:pt x="106982" y="61426"/>
                  <a:pt x="112144" y="60206"/>
                  <a:pt x="116086" y="62682"/>
                </a:cubicBezTo>
                <a:cubicBezTo>
                  <a:pt x="120028" y="65159"/>
                  <a:pt x="121214" y="70286"/>
                  <a:pt x="118737" y="74228"/>
                </a:cubicBezTo>
                <a:close/>
              </a:path>
            </a:pathLst>
          </a:custGeom>
          <a:solidFill>
            <a:srgbClr val="6B7B8C"/>
          </a:solidFill>
          <a:ln/>
        </p:spPr>
      </p:sp>
      <p:sp>
        <p:nvSpPr>
          <p:cNvPr id="37" name="Text 35"/>
          <p:cNvSpPr/>
          <p:nvPr/>
        </p:nvSpPr>
        <p:spPr>
          <a:xfrm>
            <a:off x="6920905" y="4925122"/>
            <a:ext cx="3571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Separation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20905" y="5163247"/>
            <a:ext cx="356195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unvetted content from entering knowledge base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78600" y="5602984"/>
            <a:ext cx="4968875" cy="6350"/>
          </a:xfrm>
          <a:custGeom>
            <a:avLst/>
            <a:gdLst/>
            <a:ahLst/>
            <a:cxnLst/>
            <a:rect l="l" t="t" r="r" b="b"/>
            <a:pathLst>
              <a:path w="4968875" h="6350">
                <a:moveTo>
                  <a:pt x="0" y="0"/>
                </a:moveTo>
                <a:lnTo>
                  <a:pt x="4968875" y="0"/>
                </a:lnTo>
                <a:lnTo>
                  <a:pt x="49688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78600" y="5764908"/>
            <a:ext cx="503832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78600" y="6003033"/>
            <a:ext cx="5048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draft agreements, competitor contracts, or vendor proposals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0675" y="6766619"/>
            <a:ext cx="11547475" cy="561975"/>
          </a:xfrm>
          <a:custGeom>
            <a:avLst/>
            <a:gdLst/>
            <a:ahLst/>
            <a:cxnLst/>
            <a:rect l="l" t="t" r="r" b="b"/>
            <a:pathLst>
              <a:path w="11547475" h="561975">
                <a:moveTo>
                  <a:pt x="79373" y="0"/>
                </a:moveTo>
                <a:lnTo>
                  <a:pt x="11468102" y="0"/>
                </a:lnTo>
                <a:cubicBezTo>
                  <a:pt x="11511938" y="0"/>
                  <a:pt x="11547475" y="35537"/>
                  <a:pt x="11547475" y="79373"/>
                </a:cubicBezTo>
                <a:lnTo>
                  <a:pt x="11547475" y="482602"/>
                </a:lnTo>
                <a:cubicBezTo>
                  <a:pt x="11547475" y="526438"/>
                  <a:pt x="11511938" y="561975"/>
                  <a:pt x="11468102" y="561975"/>
                </a:cubicBezTo>
                <a:lnTo>
                  <a:pt x="79373" y="561975"/>
                </a:lnTo>
                <a:cubicBezTo>
                  <a:pt x="35566" y="561975"/>
                  <a:pt x="0" y="526409"/>
                  <a:pt x="0" y="4826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0220" y="696664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4" name="Text 42"/>
          <p:cNvSpPr/>
          <p:nvPr/>
        </p:nvSpPr>
        <p:spPr>
          <a:xfrm>
            <a:off x="690959" y="6928546"/>
            <a:ext cx="110549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Integrity:</a:t>
            </a:r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Dual storage approach ensures knowledge base quality while enabling flexible analysis workflows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825" y="323825"/>
            <a:ext cx="404781" cy="404781"/>
          </a:xfrm>
          <a:custGeom>
            <a:avLst/>
            <a:gdLst/>
            <a:ahLst/>
            <a:cxnLst/>
            <a:rect l="l" t="t" r="r" b="b"/>
            <a:pathLst>
              <a:path w="404781" h="404781">
                <a:moveTo>
                  <a:pt x="80956" y="0"/>
                </a:moveTo>
                <a:lnTo>
                  <a:pt x="323825" y="0"/>
                </a:lnTo>
                <a:cubicBezTo>
                  <a:pt x="368536" y="0"/>
                  <a:pt x="404781" y="36245"/>
                  <a:pt x="404781" y="80956"/>
                </a:cubicBezTo>
                <a:lnTo>
                  <a:pt x="404781" y="323825"/>
                </a:lnTo>
                <a:cubicBezTo>
                  <a:pt x="404781" y="368536"/>
                  <a:pt x="368536" y="404781"/>
                  <a:pt x="323825" y="404781"/>
                </a:cubicBezTo>
                <a:lnTo>
                  <a:pt x="80956" y="404781"/>
                </a:lnTo>
                <a:cubicBezTo>
                  <a:pt x="36245" y="404781"/>
                  <a:pt x="0" y="368536"/>
                  <a:pt x="0" y="323825"/>
                </a:cubicBezTo>
                <a:lnTo>
                  <a:pt x="0" y="80956"/>
                </a:lnTo>
                <a:cubicBezTo>
                  <a:pt x="0" y="36275"/>
                  <a:pt x="36275" y="0"/>
                  <a:pt x="80956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865" y="437163"/>
            <a:ext cx="227689" cy="182151"/>
          </a:xfrm>
          <a:custGeom>
            <a:avLst/>
            <a:gdLst/>
            <a:ahLst/>
            <a:cxnLst/>
            <a:rect l="l" t="t" r="r" b="b"/>
            <a:pathLst>
              <a:path w="227689" h="182151">
                <a:moveTo>
                  <a:pt x="48384" y="45538"/>
                </a:moveTo>
                <a:cubicBezTo>
                  <a:pt x="48384" y="21976"/>
                  <a:pt x="67513" y="2846"/>
                  <a:pt x="91076" y="2846"/>
                </a:cubicBezTo>
                <a:cubicBezTo>
                  <a:pt x="114638" y="2846"/>
                  <a:pt x="133767" y="21976"/>
                  <a:pt x="133767" y="45538"/>
                </a:cubicBezTo>
                <a:cubicBezTo>
                  <a:pt x="133767" y="69100"/>
                  <a:pt x="114638" y="88230"/>
                  <a:pt x="91076" y="88230"/>
                </a:cubicBezTo>
                <a:cubicBezTo>
                  <a:pt x="67513" y="88230"/>
                  <a:pt x="48384" y="69100"/>
                  <a:pt x="48384" y="45538"/>
                </a:cubicBezTo>
                <a:close/>
                <a:moveTo>
                  <a:pt x="17077" y="171585"/>
                </a:moveTo>
                <a:cubicBezTo>
                  <a:pt x="17077" y="136542"/>
                  <a:pt x="45467" y="108152"/>
                  <a:pt x="80509" y="108152"/>
                </a:cubicBezTo>
                <a:lnTo>
                  <a:pt x="101642" y="108152"/>
                </a:lnTo>
                <a:cubicBezTo>
                  <a:pt x="136685" y="108152"/>
                  <a:pt x="165075" y="136542"/>
                  <a:pt x="165075" y="171585"/>
                </a:cubicBezTo>
                <a:cubicBezTo>
                  <a:pt x="165075" y="177420"/>
                  <a:pt x="160343" y="182151"/>
                  <a:pt x="154508" y="182151"/>
                </a:cubicBezTo>
                <a:lnTo>
                  <a:pt x="27643" y="182151"/>
                </a:lnTo>
                <a:cubicBezTo>
                  <a:pt x="21808" y="182151"/>
                  <a:pt x="17077" y="177420"/>
                  <a:pt x="17077" y="171585"/>
                </a:cubicBezTo>
                <a:close/>
                <a:moveTo>
                  <a:pt x="217870" y="47210"/>
                </a:moveTo>
                <a:lnTo>
                  <a:pt x="189409" y="92748"/>
                </a:lnTo>
                <a:cubicBezTo>
                  <a:pt x="187915" y="95131"/>
                  <a:pt x="185353" y="96626"/>
                  <a:pt x="182543" y="96768"/>
                </a:cubicBezTo>
                <a:cubicBezTo>
                  <a:pt x="179732" y="96910"/>
                  <a:pt x="177028" y="95629"/>
                  <a:pt x="175356" y="93353"/>
                </a:cubicBezTo>
                <a:lnTo>
                  <a:pt x="158280" y="70584"/>
                </a:lnTo>
                <a:cubicBezTo>
                  <a:pt x="155433" y="66813"/>
                  <a:pt x="156216" y="61476"/>
                  <a:pt x="159987" y="58630"/>
                </a:cubicBezTo>
                <a:cubicBezTo>
                  <a:pt x="163758" y="55784"/>
                  <a:pt x="169095" y="56567"/>
                  <a:pt x="171941" y="60338"/>
                </a:cubicBezTo>
                <a:lnTo>
                  <a:pt x="181547" y="73145"/>
                </a:lnTo>
                <a:lnTo>
                  <a:pt x="203391" y="38174"/>
                </a:lnTo>
                <a:cubicBezTo>
                  <a:pt x="205881" y="34189"/>
                  <a:pt x="211146" y="32944"/>
                  <a:pt x="215166" y="35470"/>
                </a:cubicBezTo>
                <a:cubicBezTo>
                  <a:pt x="219186" y="37996"/>
                  <a:pt x="220396" y="43225"/>
                  <a:pt x="217870" y="47246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50040" y="404781"/>
            <a:ext cx="1602932" cy="24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spc="64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3825" y="809562"/>
            <a:ext cx="11787219" cy="485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25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Demo 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3825" y="1376255"/>
            <a:ext cx="11645546" cy="28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94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Simple, intuitive interaction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063" y="2271632"/>
            <a:ext cx="2386588" cy="2556596"/>
          </a:xfrm>
          <a:custGeom>
            <a:avLst/>
            <a:gdLst/>
            <a:ahLst/>
            <a:cxnLst/>
            <a:rect l="l" t="t" r="r" b="b"/>
            <a:pathLst>
              <a:path w="2386588" h="2556596">
                <a:moveTo>
                  <a:pt x="121430" y="0"/>
                </a:moveTo>
                <a:lnTo>
                  <a:pt x="2265158" y="0"/>
                </a:lnTo>
                <a:cubicBezTo>
                  <a:pt x="2332222" y="0"/>
                  <a:pt x="2386588" y="54366"/>
                  <a:pt x="2386588" y="121430"/>
                </a:cubicBezTo>
                <a:lnTo>
                  <a:pt x="2386588" y="2435166"/>
                </a:lnTo>
                <a:cubicBezTo>
                  <a:pt x="2386588" y="2502230"/>
                  <a:pt x="2332222" y="2556596"/>
                  <a:pt x="2265158" y="2556596"/>
                </a:cubicBezTo>
                <a:lnTo>
                  <a:pt x="121430" y="2556596"/>
                </a:lnTo>
                <a:cubicBezTo>
                  <a:pt x="54366" y="2556596"/>
                  <a:pt x="0" y="2502230"/>
                  <a:pt x="0" y="2435166"/>
                </a:cubicBezTo>
                <a:lnTo>
                  <a:pt x="0" y="121430"/>
                </a:lnTo>
                <a:cubicBezTo>
                  <a:pt x="0" y="54411"/>
                  <a:pt x="54411" y="0"/>
                  <a:pt x="121430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755" y="2517737"/>
            <a:ext cx="809562" cy="809562"/>
          </a:xfrm>
          <a:custGeom>
            <a:avLst/>
            <a:gdLst/>
            <a:ahLst/>
            <a:cxnLst/>
            <a:rect l="l" t="t" r="r" b="b"/>
            <a:pathLst>
              <a:path w="809562" h="809562">
                <a:moveTo>
                  <a:pt x="404781" y="0"/>
                </a:moveTo>
                <a:lnTo>
                  <a:pt x="404781" y="0"/>
                </a:lnTo>
                <a:cubicBezTo>
                  <a:pt x="628335" y="0"/>
                  <a:pt x="809562" y="181227"/>
                  <a:pt x="809562" y="404781"/>
                </a:cubicBezTo>
                <a:lnTo>
                  <a:pt x="809562" y="404781"/>
                </a:lnTo>
                <a:cubicBezTo>
                  <a:pt x="809562" y="628335"/>
                  <a:pt x="628335" y="809562"/>
                  <a:pt x="404781" y="809562"/>
                </a:cubicBezTo>
                <a:lnTo>
                  <a:pt x="404781" y="809562"/>
                </a:lnTo>
                <a:cubicBezTo>
                  <a:pt x="181227" y="809562"/>
                  <a:pt x="0" y="628335"/>
                  <a:pt x="0" y="404781"/>
                </a:cubicBezTo>
                <a:lnTo>
                  <a:pt x="0" y="404781"/>
                </a:lnTo>
                <a:cubicBezTo>
                  <a:pt x="0" y="181227"/>
                  <a:pt x="181227" y="0"/>
                  <a:pt x="404781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48274" y="2772749"/>
            <a:ext cx="341534" cy="303586"/>
          </a:xfrm>
          <a:custGeom>
            <a:avLst/>
            <a:gdLst/>
            <a:ahLst/>
            <a:cxnLst/>
            <a:rect l="l" t="t" r="r" b="b"/>
            <a:pathLst>
              <a:path w="341534" h="303586">
                <a:moveTo>
                  <a:pt x="85383" y="284612"/>
                </a:moveTo>
                <a:cubicBezTo>
                  <a:pt x="38245" y="284612"/>
                  <a:pt x="0" y="246367"/>
                  <a:pt x="0" y="199228"/>
                </a:cubicBezTo>
                <a:cubicBezTo>
                  <a:pt x="0" y="161636"/>
                  <a:pt x="24311" y="129735"/>
                  <a:pt x="58049" y="118292"/>
                </a:cubicBezTo>
                <a:cubicBezTo>
                  <a:pt x="57278" y="113726"/>
                  <a:pt x="56922" y="109101"/>
                  <a:pt x="56922" y="104358"/>
                </a:cubicBezTo>
                <a:cubicBezTo>
                  <a:pt x="56922" y="57219"/>
                  <a:pt x="95167" y="18974"/>
                  <a:pt x="142306" y="18974"/>
                </a:cubicBezTo>
                <a:cubicBezTo>
                  <a:pt x="175155" y="18974"/>
                  <a:pt x="203675" y="37533"/>
                  <a:pt x="217965" y="64690"/>
                </a:cubicBezTo>
                <a:cubicBezTo>
                  <a:pt x="226385" y="59768"/>
                  <a:pt x="236228" y="56922"/>
                  <a:pt x="246663" y="56922"/>
                </a:cubicBezTo>
                <a:cubicBezTo>
                  <a:pt x="278089" y="56922"/>
                  <a:pt x="303586" y="82419"/>
                  <a:pt x="303586" y="113845"/>
                </a:cubicBezTo>
                <a:cubicBezTo>
                  <a:pt x="303586" y="123154"/>
                  <a:pt x="301332" y="131989"/>
                  <a:pt x="297360" y="139756"/>
                </a:cubicBezTo>
                <a:cubicBezTo>
                  <a:pt x="323449" y="151793"/>
                  <a:pt x="341534" y="178119"/>
                  <a:pt x="341534" y="208715"/>
                </a:cubicBezTo>
                <a:cubicBezTo>
                  <a:pt x="341534" y="250636"/>
                  <a:pt x="307558" y="284612"/>
                  <a:pt x="265637" y="284612"/>
                </a:cubicBezTo>
                <a:lnTo>
                  <a:pt x="85383" y="284612"/>
                </a:lnTo>
                <a:close/>
                <a:moveTo>
                  <a:pt x="180847" y="113252"/>
                </a:moveTo>
                <a:cubicBezTo>
                  <a:pt x="175273" y="107678"/>
                  <a:pt x="166261" y="107678"/>
                  <a:pt x="160746" y="113252"/>
                </a:cubicBezTo>
                <a:lnTo>
                  <a:pt x="118055" y="155943"/>
                </a:lnTo>
                <a:cubicBezTo>
                  <a:pt x="112481" y="161517"/>
                  <a:pt x="112481" y="170530"/>
                  <a:pt x="118055" y="176044"/>
                </a:cubicBezTo>
                <a:cubicBezTo>
                  <a:pt x="123628" y="181558"/>
                  <a:pt x="132641" y="181618"/>
                  <a:pt x="138155" y="176044"/>
                </a:cubicBezTo>
                <a:lnTo>
                  <a:pt x="156536" y="157663"/>
                </a:lnTo>
                <a:lnTo>
                  <a:pt x="156536" y="218202"/>
                </a:lnTo>
                <a:cubicBezTo>
                  <a:pt x="156536" y="226088"/>
                  <a:pt x="162881" y="232433"/>
                  <a:pt x="170767" y="232433"/>
                </a:cubicBezTo>
                <a:cubicBezTo>
                  <a:pt x="178653" y="232433"/>
                  <a:pt x="184998" y="226088"/>
                  <a:pt x="184998" y="218202"/>
                </a:cubicBezTo>
                <a:lnTo>
                  <a:pt x="184998" y="157663"/>
                </a:lnTo>
                <a:lnTo>
                  <a:pt x="203379" y="176044"/>
                </a:lnTo>
                <a:cubicBezTo>
                  <a:pt x="208952" y="181618"/>
                  <a:pt x="217965" y="181618"/>
                  <a:pt x="223479" y="176044"/>
                </a:cubicBezTo>
                <a:cubicBezTo>
                  <a:pt x="228994" y="170470"/>
                  <a:pt x="229053" y="161458"/>
                  <a:pt x="223479" y="155943"/>
                </a:cubicBezTo>
                <a:lnTo>
                  <a:pt x="180788" y="113252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0" name="Text 8"/>
          <p:cNvSpPr/>
          <p:nvPr/>
        </p:nvSpPr>
        <p:spPr>
          <a:xfrm>
            <a:off x="512453" y="3489211"/>
            <a:ext cx="2015809" cy="3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912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2692" y="3893992"/>
            <a:ext cx="1975331" cy="24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&amp; drop contract files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3170" y="4298773"/>
            <a:ext cx="510024" cy="283347"/>
          </a:xfrm>
          <a:custGeom>
            <a:avLst/>
            <a:gdLst/>
            <a:ahLst/>
            <a:cxnLst/>
            <a:rect l="l" t="t" r="r" b="b"/>
            <a:pathLst>
              <a:path w="510024" h="283347">
                <a:moveTo>
                  <a:pt x="141673" y="0"/>
                </a:moveTo>
                <a:lnTo>
                  <a:pt x="368351" y="0"/>
                </a:lnTo>
                <a:cubicBezTo>
                  <a:pt x="446542" y="0"/>
                  <a:pt x="510024" y="63482"/>
                  <a:pt x="510024" y="141673"/>
                </a:cubicBezTo>
                <a:lnTo>
                  <a:pt x="510024" y="141673"/>
                </a:lnTo>
                <a:cubicBezTo>
                  <a:pt x="510024" y="219865"/>
                  <a:pt x="446542" y="283347"/>
                  <a:pt x="368351" y="283347"/>
                </a:cubicBezTo>
                <a:lnTo>
                  <a:pt x="141673" y="283347"/>
                </a:lnTo>
                <a:cubicBezTo>
                  <a:pt x="63482" y="283347"/>
                  <a:pt x="0" y="219865"/>
                  <a:pt x="0" y="141673"/>
                </a:cubicBezTo>
                <a:lnTo>
                  <a:pt x="0" y="141673"/>
                </a:lnTo>
                <a:cubicBezTo>
                  <a:pt x="0" y="63482"/>
                  <a:pt x="63482" y="0"/>
                  <a:pt x="1416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7751" y="4298773"/>
            <a:ext cx="580861" cy="283347"/>
          </a:xfrm>
          <a:prstGeom prst="rect">
            <a:avLst/>
          </a:prstGeom>
          <a:noFill/>
          <a:ln/>
        </p:spPr>
        <p:txBody>
          <a:bodyPr wrap="square" lIns="121434" tIns="40478" rIns="121434" bIns="40478" rtlCol="0" anchor="ctr"/>
          <a:lstStyle/>
          <a:p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62025" y="4298773"/>
            <a:ext cx="590980" cy="283347"/>
          </a:xfrm>
          <a:custGeom>
            <a:avLst/>
            <a:gdLst/>
            <a:ahLst/>
            <a:cxnLst/>
            <a:rect l="l" t="t" r="r" b="b"/>
            <a:pathLst>
              <a:path w="590980" h="283347">
                <a:moveTo>
                  <a:pt x="141673" y="0"/>
                </a:moveTo>
                <a:lnTo>
                  <a:pt x="449307" y="0"/>
                </a:lnTo>
                <a:cubicBezTo>
                  <a:pt x="527551" y="0"/>
                  <a:pt x="590980" y="63429"/>
                  <a:pt x="590980" y="141673"/>
                </a:cubicBezTo>
                <a:lnTo>
                  <a:pt x="590980" y="141673"/>
                </a:lnTo>
                <a:cubicBezTo>
                  <a:pt x="590980" y="219917"/>
                  <a:pt x="527551" y="283347"/>
                  <a:pt x="449307" y="283347"/>
                </a:cubicBezTo>
                <a:lnTo>
                  <a:pt x="141673" y="283347"/>
                </a:lnTo>
                <a:cubicBezTo>
                  <a:pt x="63482" y="283347"/>
                  <a:pt x="0" y="219865"/>
                  <a:pt x="0" y="141673"/>
                </a:cubicBezTo>
                <a:lnTo>
                  <a:pt x="0" y="141673"/>
                </a:lnTo>
                <a:cubicBezTo>
                  <a:pt x="0" y="63482"/>
                  <a:pt x="63482" y="0"/>
                  <a:pt x="1416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26606" y="4298773"/>
            <a:ext cx="661817" cy="283347"/>
          </a:xfrm>
          <a:prstGeom prst="rect">
            <a:avLst/>
          </a:prstGeom>
          <a:noFill/>
          <a:ln/>
        </p:spPr>
        <p:txBody>
          <a:bodyPr wrap="square" lIns="121434" tIns="40478" rIns="121434" bIns="40478" rtlCol="0" anchor="ctr"/>
          <a:lstStyle/>
          <a:p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34062" y="4298773"/>
            <a:ext cx="631458" cy="283347"/>
          </a:xfrm>
          <a:custGeom>
            <a:avLst/>
            <a:gdLst/>
            <a:ahLst/>
            <a:cxnLst/>
            <a:rect l="l" t="t" r="r" b="b"/>
            <a:pathLst>
              <a:path w="631458" h="283347">
                <a:moveTo>
                  <a:pt x="141673" y="0"/>
                </a:moveTo>
                <a:lnTo>
                  <a:pt x="489785" y="0"/>
                </a:lnTo>
                <a:cubicBezTo>
                  <a:pt x="568029" y="0"/>
                  <a:pt x="631458" y="63429"/>
                  <a:pt x="631458" y="141673"/>
                </a:cubicBezTo>
                <a:lnTo>
                  <a:pt x="631458" y="141673"/>
                </a:lnTo>
                <a:cubicBezTo>
                  <a:pt x="631458" y="219917"/>
                  <a:pt x="568029" y="283347"/>
                  <a:pt x="489785" y="283347"/>
                </a:cubicBezTo>
                <a:lnTo>
                  <a:pt x="141673" y="283347"/>
                </a:lnTo>
                <a:cubicBezTo>
                  <a:pt x="63482" y="283347"/>
                  <a:pt x="0" y="219865"/>
                  <a:pt x="0" y="141673"/>
                </a:cubicBezTo>
                <a:lnTo>
                  <a:pt x="0" y="141673"/>
                </a:lnTo>
                <a:cubicBezTo>
                  <a:pt x="0" y="63482"/>
                  <a:pt x="63482" y="0"/>
                  <a:pt x="1416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98644" y="4298773"/>
            <a:ext cx="702295" cy="283347"/>
          </a:xfrm>
          <a:prstGeom prst="rect">
            <a:avLst/>
          </a:prstGeom>
          <a:noFill/>
          <a:ln/>
        </p:spPr>
        <p:txBody>
          <a:bodyPr wrap="square" lIns="121434" tIns="40478" rIns="121434" bIns="40478" rtlCol="0" anchor="ctr"/>
          <a:lstStyle/>
          <a:p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19786" y="3360492"/>
            <a:ext cx="364303" cy="364303"/>
          </a:xfrm>
          <a:custGeom>
            <a:avLst/>
            <a:gdLst/>
            <a:ahLst/>
            <a:cxnLst/>
            <a:rect l="l" t="t" r="r" b="b"/>
            <a:pathLst>
              <a:path w="364303" h="364303">
                <a:moveTo>
                  <a:pt x="357614" y="198232"/>
                </a:moveTo>
                <a:cubicBezTo>
                  <a:pt x="366509" y="189338"/>
                  <a:pt x="366509" y="174894"/>
                  <a:pt x="357614" y="166000"/>
                </a:cubicBezTo>
                <a:lnTo>
                  <a:pt x="243770" y="52155"/>
                </a:lnTo>
                <a:cubicBezTo>
                  <a:pt x="234876" y="43261"/>
                  <a:pt x="220432" y="43261"/>
                  <a:pt x="211538" y="52155"/>
                </a:cubicBezTo>
                <a:cubicBezTo>
                  <a:pt x="202643" y="61049"/>
                  <a:pt x="202643" y="75493"/>
                  <a:pt x="211538" y="84387"/>
                </a:cubicBezTo>
                <a:lnTo>
                  <a:pt x="286533" y="159382"/>
                </a:lnTo>
                <a:lnTo>
                  <a:pt x="22769" y="159382"/>
                </a:lnTo>
                <a:cubicBezTo>
                  <a:pt x="10175" y="159382"/>
                  <a:pt x="0" y="169557"/>
                  <a:pt x="0" y="182151"/>
                </a:cubicBezTo>
                <a:cubicBezTo>
                  <a:pt x="0" y="194745"/>
                  <a:pt x="10175" y="204920"/>
                  <a:pt x="22769" y="204920"/>
                </a:cubicBezTo>
                <a:lnTo>
                  <a:pt x="286533" y="204920"/>
                </a:lnTo>
                <a:lnTo>
                  <a:pt x="211538" y="279915"/>
                </a:lnTo>
                <a:cubicBezTo>
                  <a:pt x="202643" y="288810"/>
                  <a:pt x="202643" y="303254"/>
                  <a:pt x="211538" y="312148"/>
                </a:cubicBezTo>
                <a:cubicBezTo>
                  <a:pt x="220432" y="321042"/>
                  <a:pt x="234876" y="321042"/>
                  <a:pt x="243770" y="312148"/>
                </a:cubicBezTo>
                <a:lnTo>
                  <a:pt x="357614" y="198303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9" name="Shape 17"/>
          <p:cNvSpPr/>
          <p:nvPr/>
        </p:nvSpPr>
        <p:spPr>
          <a:xfrm>
            <a:off x="3495789" y="1968046"/>
            <a:ext cx="2265154" cy="3163767"/>
          </a:xfrm>
          <a:custGeom>
            <a:avLst/>
            <a:gdLst/>
            <a:ahLst/>
            <a:cxnLst/>
            <a:rect l="l" t="t" r="r" b="b"/>
            <a:pathLst>
              <a:path w="2265154" h="3163767">
                <a:moveTo>
                  <a:pt x="121435" y="0"/>
                </a:moveTo>
                <a:lnTo>
                  <a:pt x="2143719" y="0"/>
                </a:lnTo>
                <a:cubicBezTo>
                  <a:pt x="2210786" y="0"/>
                  <a:pt x="2265154" y="54368"/>
                  <a:pt x="2265154" y="121435"/>
                </a:cubicBezTo>
                <a:lnTo>
                  <a:pt x="2265154" y="3042332"/>
                </a:lnTo>
                <a:cubicBezTo>
                  <a:pt x="2265154" y="3109399"/>
                  <a:pt x="2210786" y="3163767"/>
                  <a:pt x="2143719" y="3163767"/>
                </a:cubicBezTo>
                <a:lnTo>
                  <a:pt x="121435" y="3163767"/>
                </a:lnTo>
                <a:cubicBezTo>
                  <a:pt x="54368" y="3163767"/>
                  <a:pt x="0" y="3109399"/>
                  <a:pt x="0" y="3042332"/>
                </a:cubicBezTo>
                <a:lnTo>
                  <a:pt x="0" y="121435"/>
                </a:lnTo>
                <a:cubicBezTo>
                  <a:pt x="0" y="54368"/>
                  <a:pt x="54368" y="0"/>
                  <a:pt x="121435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3585" y="2214151"/>
            <a:ext cx="809562" cy="809562"/>
          </a:xfrm>
          <a:custGeom>
            <a:avLst/>
            <a:gdLst/>
            <a:ahLst/>
            <a:cxnLst/>
            <a:rect l="l" t="t" r="r" b="b"/>
            <a:pathLst>
              <a:path w="809562" h="809562">
                <a:moveTo>
                  <a:pt x="404781" y="0"/>
                </a:moveTo>
                <a:lnTo>
                  <a:pt x="404781" y="0"/>
                </a:lnTo>
                <a:cubicBezTo>
                  <a:pt x="628335" y="0"/>
                  <a:pt x="809562" y="181227"/>
                  <a:pt x="809562" y="404781"/>
                </a:cubicBezTo>
                <a:lnTo>
                  <a:pt x="809562" y="404781"/>
                </a:lnTo>
                <a:cubicBezTo>
                  <a:pt x="809562" y="628335"/>
                  <a:pt x="628335" y="809562"/>
                  <a:pt x="404781" y="809562"/>
                </a:cubicBezTo>
                <a:lnTo>
                  <a:pt x="404781" y="809562"/>
                </a:lnTo>
                <a:cubicBezTo>
                  <a:pt x="181227" y="809562"/>
                  <a:pt x="0" y="628335"/>
                  <a:pt x="0" y="404781"/>
                </a:cubicBezTo>
                <a:lnTo>
                  <a:pt x="0" y="404781"/>
                </a:lnTo>
                <a:cubicBezTo>
                  <a:pt x="0" y="181227"/>
                  <a:pt x="181227" y="0"/>
                  <a:pt x="404781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477079" y="2469163"/>
            <a:ext cx="303586" cy="303586"/>
          </a:xfrm>
          <a:custGeom>
            <a:avLst/>
            <a:gdLst/>
            <a:ahLst/>
            <a:cxnLst/>
            <a:rect l="l" t="t" r="r" b="b"/>
            <a:pathLst>
              <a:path w="303586" h="303586">
                <a:moveTo>
                  <a:pt x="151793" y="284612"/>
                </a:moveTo>
                <a:cubicBezTo>
                  <a:pt x="235635" y="284612"/>
                  <a:pt x="303586" y="220870"/>
                  <a:pt x="303586" y="142306"/>
                </a:cubicBezTo>
                <a:cubicBezTo>
                  <a:pt x="303586" y="63741"/>
                  <a:pt x="235635" y="0"/>
                  <a:pt x="151793" y="0"/>
                </a:cubicBezTo>
                <a:cubicBezTo>
                  <a:pt x="67951" y="0"/>
                  <a:pt x="0" y="63741"/>
                  <a:pt x="0" y="142306"/>
                </a:cubicBezTo>
                <a:cubicBezTo>
                  <a:pt x="0" y="174502"/>
                  <a:pt x="11384" y="204149"/>
                  <a:pt x="30596" y="227986"/>
                </a:cubicBezTo>
                <a:lnTo>
                  <a:pt x="1660" y="282714"/>
                </a:lnTo>
                <a:cubicBezTo>
                  <a:pt x="-1186" y="288051"/>
                  <a:pt x="-296" y="294573"/>
                  <a:pt x="3795" y="299020"/>
                </a:cubicBezTo>
                <a:cubicBezTo>
                  <a:pt x="7886" y="303467"/>
                  <a:pt x="14349" y="304831"/>
                  <a:pt x="19864" y="302459"/>
                </a:cubicBezTo>
                <a:lnTo>
                  <a:pt x="90068" y="272397"/>
                </a:lnTo>
                <a:cubicBezTo>
                  <a:pt x="108923" y="280224"/>
                  <a:pt x="129795" y="284612"/>
                  <a:pt x="151793" y="284612"/>
                </a:cubicBezTo>
                <a:close/>
                <a:moveTo>
                  <a:pt x="75896" y="123332"/>
                </a:moveTo>
                <a:cubicBezTo>
                  <a:pt x="86369" y="123332"/>
                  <a:pt x="94871" y="131834"/>
                  <a:pt x="94871" y="142306"/>
                </a:cubicBezTo>
                <a:cubicBezTo>
                  <a:pt x="94871" y="152778"/>
                  <a:pt x="86369" y="161280"/>
                  <a:pt x="75896" y="161280"/>
                </a:cubicBezTo>
                <a:cubicBezTo>
                  <a:pt x="65424" y="161280"/>
                  <a:pt x="56922" y="152778"/>
                  <a:pt x="56922" y="142306"/>
                </a:cubicBezTo>
                <a:cubicBezTo>
                  <a:pt x="56922" y="131834"/>
                  <a:pt x="65424" y="123332"/>
                  <a:pt x="75896" y="123332"/>
                </a:cubicBezTo>
                <a:close/>
                <a:moveTo>
                  <a:pt x="151793" y="123332"/>
                </a:moveTo>
                <a:cubicBezTo>
                  <a:pt x="162265" y="123332"/>
                  <a:pt x="170767" y="131834"/>
                  <a:pt x="170767" y="142306"/>
                </a:cubicBezTo>
                <a:cubicBezTo>
                  <a:pt x="170767" y="152778"/>
                  <a:pt x="162265" y="161280"/>
                  <a:pt x="151793" y="161280"/>
                </a:cubicBezTo>
                <a:cubicBezTo>
                  <a:pt x="141321" y="161280"/>
                  <a:pt x="132819" y="152778"/>
                  <a:pt x="132819" y="142306"/>
                </a:cubicBezTo>
                <a:cubicBezTo>
                  <a:pt x="132819" y="131834"/>
                  <a:pt x="141321" y="123332"/>
                  <a:pt x="151793" y="123332"/>
                </a:cubicBezTo>
                <a:close/>
                <a:moveTo>
                  <a:pt x="208715" y="142306"/>
                </a:moveTo>
                <a:cubicBezTo>
                  <a:pt x="208715" y="131834"/>
                  <a:pt x="217217" y="123332"/>
                  <a:pt x="227689" y="123332"/>
                </a:cubicBezTo>
                <a:cubicBezTo>
                  <a:pt x="238161" y="123332"/>
                  <a:pt x="246663" y="131834"/>
                  <a:pt x="246663" y="142306"/>
                </a:cubicBezTo>
                <a:cubicBezTo>
                  <a:pt x="246663" y="152778"/>
                  <a:pt x="238161" y="161280"/>
                  <a:pt x="227689" y="161280"/>
                </a:cubicBezTo>
                <a:cubicBezTo>
                  <a:pt x="217217" y="161280"/>
                  <a:pt x="208715" y="152778"/>
                  <a:pt x="208715" y="142306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2" name="Text 20"/>
          <p:cNvSpPr/>
          <p:nvPr/>
        </p:nvSpPr>
        <p:spPr>
          <a:xfrm>
            <a:off x="3681178" y="3185625"/>
            <a:ext cx="1894375" cy="3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912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01417" y="3590406"/>
            <a:ext cx="1853896" cy="485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questions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41896" y="4238056"/>
            <a:ext cx="1772940" cy="647649"/>
          </a:xfrm>
          <a:custGeom>
            <a:avLst/>
            <a:gdLst/>
            <a:ahLst/>
            <a:cxnLst/>
            <a:rect l="l" t="t" r="r" b="b"/>
            <a:pathLst>
              <a:path w="1772940" h="647649">
                <a:moveTo>
                  <a:pt x="80956" y="0"/>
                </a:moveTo>
                <a:lnTo>
                  <a:pt x="1691984" y="0"/>
                </a:lnTo>
                <a:cubicBezTo>
                  <a:pt x="1736695" y="0"/>
                  <a:pt x="1772940" y="36245"/>
                  <a:pt x="1772940" y="80956"/>
                </a:cubicBezTo>
                <a:lnTo>
                  <a:pt x="1772940" y="566693"/>
                </a:lnTo>
                <a:cubicBezTo>
                  <a:pt x="1772940" y="611404"/>
                  <a:pt x="1736695" y="647649"/>
                  <a:pt x="1691984" y="647649"/>
                </a:cubicBezTo>
                <a:lnTo>
                  <a:pt x="80956" y="647649"/>
                </a:lnTo>
                <a:cubicBezTo>
                  <a:pt x="36245" y="647649"/>
                  <a:pt x="0" y="611404"/>
                  <a:pt x="0" y="566693"/>
                </a:cubicBezTo>
                <a:lnTo>
                  <a:pt x="0" y="80956"/>
                </a:lnTo>
                <a:cubicBezTo>
                  <a:pt x="0" y="36275"/>
                  <a:pt x="36275" y="0"/>
                  <a:pt x="809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63330" y="4359490"/>
            <a:ext cx="1600908" cy="404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16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"Find termination clauses"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70721" y="3360492"/>
            <a:ext cx="364303" cy="364303"/>
          </a:xfrm>
          <a:custGeom>
            <a:avLst/>
            <a:gdLst/>
            <a:ahLst/>
            <a:cxnLst/>
            <a:rect l="l" t="t" r="r" b="b"/>
            <a:pathLst>
              <a:path w="364303" h="364303">
                <a:moveTo>
                  <a:pt x="357614" y="198232"/>
                </a:moveTo>
                <a:cubicBezTo>
                  <a:pt x="366509" y="189338"/>
                  <a:pt x="366509" y="174894"/>
                  <a:pt x="357614" y="166000"/>
                </a:cubicBezTo>
                <a:lnTo>
                  <a:pt x="243770" y="52155"/>
                </a:lnTo>
                <a:cubicBezTo>
                  <a:pt x="234876" y="43261"/>
                  <a:pt x="220432" y="43261"/>
                  <a:pt x="211538" y="52155"/>
                </a:cubicBezTo>
                <a:cubicBezTo>
                  <a:pt x="202643" y="61049"/>
                  <a:pt x="202643" y="75493"/>
                  <a:pt x="211538" y="84387"/>
                </a:cubicBezTo>
                <a:lnTo>
                  <a:pt x="286533" y="159382"/>
                </a:lnTo>
                <a:lnTo>
                  <a:pt x="22769" y="159382"/>
                </a:lnTo>
                <a:cubicBezTo>
                  <a:pt x="10175" y="159382"/>
                  <a:pt x="0" y="169557"/>
                  <a:pt x="0" y="182151"/>
                </a:cubicBezTo>
                <a:cubicBezTo>
                  <a:pt x="0" y="194745"/>
                  <a:pt x="10175" y="204920"/>
                  <a:pt x="22769" y="204920"/>
                </a:cubicBezTo>
                <a:lnTo>
                  <a:pt x="286533" y="204920"/>
                </a:lnTo>
                <a:lnTo>
                  <a:pt x="211538" y="279915"/>
                </a:lnTo>
                <a:cubicBezTo>
                  <a:pt x="202643" y="288810"/>
                  <a:pt x="202643" y="303254"/>
                  <a:pt x="211538" y="312148"/>
                </a:cubicBezTo>
                <a:cubicBezTo>
                  <a:pt x="220432" y="321042"/>
                  <a:pt x="234876" y="321042"/>
                  <a:pt x="243770" y="312148"/>
                </a:cubicBezTo>
                <a:lnTo>
                  <a:pt x="357614" y="198303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7" name="Shape 25"/>
          <p:cNvSpPr/>
          <p:nvPr/>
        </p:nvSpPr>
        <p:spPr>
          <a:xfrm>
            <a:off x="6546724" y="2089480"/>
            <a:ext cx="2265154" cy="2920899"/>
          </a:xfrm>
          <a:custGeom>
            <a:avLst/>
            <a:gdLst/>
            <a:ahLst/>
            <a:cxnLst/>
            <a:rect l="l" t="t" r="r" b="b"/>
            <a:pathLst>
              <a:path w="2265154" h="2920899">
                <a:moveTo>
                  <a:pt x="121435" y="0"/>
                </a:moveTo>
                <a:lnTo>
                  <a:pt x="2143719" y="0"/>
                </a:lnTo>
                <a:cubicBezTo>
                  <a:pt x="2210786" y="0"/>
                  <a:pt x="2265154" y="54368"/>
                  <a:pt x="2265154" y="121435"/>
                </a:cubicBezTo>
                <a:lnTo>
                  <a:pt x="2265154" y="2799464"/>
                </a:lnTo>
                <a:cubicBezTo>
                  <a:pt x="2265154" y="2866531"/>
                  <a:pt x="2210786" y="2920899"/>
                  <a:pt x="2143719" y="2920899"/>
                </a:cubicBezTo>
                <a:lnTo>
                  <a:pt x="121435" y="2920899"/>
                </a:lnTo>
                <a:cubicBezTo>
                  <a:pt x="54368" y="2920899"/>
                  <a:pt x="0" y="2866531"/>
                  <a:pt x="0" y="2799464"/>
                </a:cubicBezTo>
                <a:lnTo>
                  <a:pt x="0" y="121435"/>
                </a:lnTo>
                <a:cubicBezTo>
                  <a:pt x="0" y="54368"/>
                  <a:pt x="54368" y="0"/>
                  <a:pt x="121435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74621" y="2335586"/>
            <a:ext cx="809562" cy="809562"/>
          </a:xfrm>
          <a:custGeom>
            <a:avLst/>
            <a:gdLst/>
            <a:ahLst/>
            <a:cxnLst/>
            <a:rect l="l" t="t" r="r" b="b"/>
            <a:pathLst>
              <a:path w="809562" h="809562">
                <a:moveTo>
                  <a:pt x="404781" y="0"/>
                </a:moveTo>
                <a:lnTo>
                  <a:pt x="404781" y="0"/>
                </a:lnTo>
                <a:cubicBezTo>
                  <a:pt x="628335" y="0"/>
                  <a:pt x="809562" y="181227"/>
                  <a:pt x="809562" y="404781"/>
                </a:cubicBezTo>
                <a:lnTo>
                  <a:pt x="809562" y="404781"/>
                </a:lnTo>
                <a:cubicBezTo>
                  <a:pt x="809562" y="628335"/>
                  <a:pt x="628335" y="809562"/>
                  <a:pt x="404781" y="809562"/>
                </a:cubicBezTo>
                <a:lnTo>
                  <a:pt x="404781" y="809562"/>
                </a:lnTo>
                <a:cubicBezTo>
                  <a:pt x="181227" y="809562"/>
                  <a:pt x="0" y="628335"/>
                  <a:pt x="0" y="404781"/>
                </a:cubicBezTo>
                <a:lnTo>
                  <a:pt x="0" y="404781"/>
                </a:lnTo>
                <a:cubicBezTo>
                  <a:pt x="0" y="181227"/>
                  <a:pt x="181227" y="0"/>
                  <a:pt x="404781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66063" y="2590598"/>
            <a:ext cx="227689" cy="303586"/>
          </a:xfrm>
          <a:custGeom>
            <a:avLst/>
            <a:gdLst/>
            <a:ahLst/>
            <a:cxnLst/>
            <a:rect l="l" t="t" r="r" b="b"/>
            <a:pathLst>
              <a:path w="227689" h="303586">
                <a:moveTo>
                  <a:pt x="173672" y="227689"/>
                </a:moveTo>
                <a:cubicBezTo>
                  <a:pt x="178001" y="214467"/>
                  <a:pt x="186658" y="202489"/>
                  <a:pt x="196441" y="192172"/>
                </a:cubicBezTo>
                <a:cubicBezTo>
                  <a:pt x="215830" y="171775"/>
                  <a:pt x="227689" y="144203"/>
                  <a:pt x="227689" y="113845"/>
                </a:cubicBezTo>
                <a:cubicBezTo>
                  <a:pt x="227689" y="50993"/>
                  <a:pt x="176696" y="0"/>
                  <a:pt x="113845" y="0"/>
                </a:cubicBezTo>
                <a:cubicBezTo>
                  <a:pt x="50993" y="0"/>
                  <a:pt x="0" y="50993"/>
                  <a:pt x="0" y="113845"/>
                </a:cubicBezTo>
                <a:cubicBezTo>
                  <a:pt x="0" y="144203"/>
                  <a:pt x="11859" y="171775"/>
                  <a:pt x="31248" y="192172"/>
                </a:cubicBezTo>
                <a:cubicBezTo>
                  <a:pt x="41031" y="202489"/>
                  <a:pt x="49748" y="214467"/>
                  <a:pt x="54017" y="227689"/>
                </a:cubicBezTo>
                <a:lnTo>
                  <a:pt x="173613" y="227689"/>
                </a:lnTo>
                <a:close/>
                <a:moveTo>
                  <a:pt x="170767" y="256150"/>
                </a:moveTo>
                <a:lnTo>
                  <a:pt x="56922" y="256150"/>
                </a:lnTo>
                <a:lnTo>
                  <a:pt x="56922" y="265637"/>
                </a:lnTo>
                <a:cubicBezTo>
                  <a:pt x="56922" y="291845"/>
                  <a:pt x="78150" y="313073"/>
                  <a:pt x="104358" y="313073"/>
                </a:cubicBezTo>
                <a:lnTo>
                  <a:pt x="123332" y="313073"/>
                </a:lnTo>
                <a:cubicBezTo>
                  <a:pt x="149540" y="313073"/>
                  <a:pt x="170767" y="291845"/>
                  <a:pt x="170767" y="265637"/>
                </a:cubicBezTo>
                <a:lnTo>
                  <a:pt x="170767" y="256150"/>
                </a:lnTo>
                <a:close/>
                <a:moveTo>
                  <a:pt x="109101" y="66409"/>
                </a:moveTo>
                <a:cubicBezTo>
                  <a:pt x="85502" y="66409"/>
                  <a:pt x="66409" y="85502"/>
                  <a:pt x="66409" y="109101"/>
                </a:cubicBezTo>
                <a:cubicBezTo>
                  <a:pt x="66409" y="116987"/>
                  <a:pt x="60065" y="123332"/>
                  <a:pt x="52179" y="123332"/>
                </a:cubicBezTo>
                <a:cubicBezTo>
                  <a:pt x="44293" y="123332"/>
                  <a:pt x="37948" y="116987"/>
                  <a:pt x="37948" y="109101"/>
                </a:cubicBezTo>
                <a:cubicBezTo>
                  <a:pt x="37948" y="69789"/>
                  <a:pt x="69789" y="37948"/>
                  <a:pt x="109101" y="37948"/>
                </a:cubicBezTo>
                <a:cubicBezTo>
                  <a:pt x="116987" y="37948"/>
                  <a:pt x="123332" y="44293"/>
                  <a:pt x="123332" y="52179"/>
                </a:cubicBezTo>
                <a:cubicBezTo>
                  <a:pt x="123332" y="60065"/>
                  <a:pt x="116987" y="66409"/>
                  <a:pt x="109101" y="6640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0" name="Text 28"/>
          <p:cNvSpPr/>
          <p:nvPr/>
        </p:nvSpPr>
        <p:spPr>
          <a:xfrm>
            <a:off x="6732113" y="3307060"/>
            <a:ext cx="1894375" cy="3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912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52352" y="3711841"/>
            <a:ext cx="1853896" cy="24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AI-generated insights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92830" y="4116622"/>
            <a:ext cx="1772940" cy="647649"/>
          </a:xfrm>
          <a:custGeom>
            <a:avLst/>
            <a:gdLst/>
            <a:ahLst/>
            <a:cxnLst/>
            <a:rect l="l" t="t" r="r" b="b"/>
            <a:pathLst>
              <a:path w="1772940" h="647649">
                <a:moveTo>
                  <a:pt x="80956" y="0"/>
                </a:moveTo>
                <a:lnTo>
                  <a:pt x="1691984" y="0"/>
                </a:lnTo>
                <a:cubicBezTo>
                  <a:pt x="1736695" y="0"/>
                  <a:pt x="1772940" y="36245"/>
                  <a:pt x="1772940" y="80956"/>
                </a:cubicBezTo>
                <a:lnTo>
                  <a:pt x="1772940" y="566693"/>
                </a:lnTo>
                <a:cubicBezTo>
                  <a:pt x="1772940" y="611404"/>
                  <a:pt x="1736695" y="647649"/>
                  <a:pt x="1691984" y="647649"/>
                </a:cubicBezTo>
                <a:lnTo>
                  <a:pt x="80956" y="647649"/>
                </a:lnTo>
                <a:cubicBezTo>
                  <a:pt x="36245" y="647649"/>
                  <a:pt x="0" y="611404"/>
                  <a:pt x="0" y="566693"/>
                </a:cubicBezTo>
                <a:lnTo>
                  <a:pt x="0" y="80956"/>
                </a:lnTo>
                <a:cubicBezTo>
                  <a:pt x="0" y="36275"/>
                  <a:pt x="36275" y="0"/>
                  <a:pt x="809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914265" y="4238056"/>
            <a:ext cx="1600908" cy="404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16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"Found 3 termination clauses..."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21756" y="3360492"/>
            <a:ext cx="364303" cy="364303"/>
          </a:xfrm>
          <a:custGeom>
            <a:avLst/>
            <a:gdLst/>
            <a:ahLst/>
            <a:cxnLst/>
            <a:rect l="l" t="t" r="r" b="b"/>
            <a:pathLst>
              <a:path w="364303" h="364303">
                <a:moveTo>
                  <a:pt x="357614" y="198232"/>
                </a:moveTo>
                <a:cubicBezTo>
                  <a:pt x="366509" y="189338"/>
                  <a:pt x="366509" y="174894"/>
                  <a:pt x="357614" y="166000"/>
                </a:cubicBezTo>
                <a:lnTo>
                  <a:pt x="243770" y="52155"/>
                </a:lnTo>
                <a:cubicBezTo>
                  <a:pt x="234876" y="43261"/>
                  <a:pt x="220432" y="43261"/>
                  <a:pt x="211538" y="52155"/>
                </a:cubicBezTo>
                <a:cubicBezTo>
                  <a:pt x="202643" y="61049"/>
                  <a:pt x="202643" y="75493"/>
                  <a:pt x="211538" y="84387"/>
                </a:cubicBezTo>
                <a:lnTo>
                  <a:pt x="286533" y="159382"/>
                </a:lnTo>
                <a:lnTo>
                  <a:pt x="22769" y="159382"/>
                </a:lnTo>
                <a:cubicBezTo>
                  <a:pt x="10175" y="159382"/>
                  <a:pt x="0" y="169557"/>
                  <a:pt x="0" y="182151"/>
                </a:cubicBezTo>
                <a:cubicBezTo>
                  <a:pt x="0" y="194745"/>
                  <a:pt x="10175" y="204920"/>
                  <a:pt x="22769" y="204920"/>
                </a:cubicBezTo>
                <a:lnTo>
                  <a:pt x="286533" y="204920"/>
                </a:lnTo>
                <a:lnTo>
                  <a:pt x="211538" y="279915"/>
                </a:lnTo>
                <a:cubicBezTo>
                  <a:pt x="202643" y="288810"/>
                  <a:pt x="202643" y="303254"/>
                  <a:pt x="211538" y="312148"/>
                </a:cubicBezTo>
                <a:cubicBezTo>
                  <a:pt x="220432" y="321042"/>
                  <a:pt x="234876" y="321042"/>
                  <a:pt x="243770" y="312148"/>
                </a:cubicBezTo>
                <a:lnTo>
                  <a:pt x="357614" y="198303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5" name="Shape 33"/>
          <p:cNvSpPr/>
          <p:nvPr/>
        </p:nvSpPr>
        <p:spPr>
          <a:xfrm>
            <a:off x="9597760" y="2271632"/>
            <a:ext cx="2265154" cy="2556596"/>
          </a:xfrm>
          <a:custGeom>
            <a:avLst/>
            <a:gdLst/>
            <a:ahLst/>
            <a:cxnLst/>
            <a:rect l="l" t="t" r="r" b="b"/>
            <a:pathLst>
              <a:path w="2265154" h="2556596">
                <a:moveTo>
                  <a:pt x="121435" y="0"/>
                </a:moveTo>
                <a:lnTo>
                  <a:pt x="2143719" y="0"/>
                </a:lnTo>
                <a:cubicBezTo>
                  <a:pt x="2210786" y="0"/>
                  <a:pt x="2265154" y="54368"/>
                  <a:pt x="2265154" y="121435"/>
                </a:cubicBezTo>
                <a:lnTo>
                  <a:pt x="2265154" y="2435161"/>
                </a:lnTo>
                <a:cubicBezTo>
                  <a:pt x="2265154" y="2502228"/>
                  <a:pt x="2210786" y="2556596"/>
                  <a:pt x="2143719" y="2556596"/>
                </a:cubicBezTo>
                <a:lnTo>
                  <a:pt x="121435" y="2556596"/>
                </a:lnTo>
                <a:cubicBezTo>
                  <a:pt x="54368" y="2556596"/>
                  <a:pt x="0" y="2502228"/>
                  <a:pt x="0" y="2435161"/>
                </a:cubicBezTo>
                <a:lnTo>
                  <a:pt x="0" y="121435"/>
                </a:lnTo>
                <a:cubicBezTo>
                  <a:pt x="0" y="54368"/>
                  <a:pt x="54368" y="0"/>
                  <a:pt x="121435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 w="10160">
            <a:solidFill>
              <a:srgbClr val="72E1D1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25657" y="2517737"/>
            <a:ext cx="809562" cy="809562"/>
          </a:xfrm>
          <a:custGeom>
            <a:avLst/>
            <a:gdLst/>
            <a:ahLst/>
            <a:cxnLst/>
            <a:rect l="l" t="t" r="r" b="b"/>
            <a:pathLst>
              <a:path w="809562" h="809562">
                <a:moveTo>
                  <a:pt x="404781" y="0"/>
                </a:moveTo>
                <a:lnTo>
                  <a:pt x="404781" y="0"/>
                </a:lnTo>
                <a:cubicBezTo>
                  <a:pt x="628335" y="0"/>
                  <a:pt x="809562" y="181227"/>
                  <a:pt x="809562" y="404781"/>
                </a:cubicBezTo>
                <a:lnTo>
                  <a:pt x="809562" y="404781"/>
                </a:lnTo>
                <a:cubicBezTo>
                  <a:pt x="809562" y="628335"/>
                  <a:pt x="628335" y="809562"/>
                  <a:pt x="404781" y="809562"/>
                </a:cubicBezTo>
                <a:lnTo>
                  <a:pt x="404781" y="809562"/>
                </a:lnTo>
                <a:cubicBezTo>
                  <a:pt x="181227" y="809562"/>
                  <a:pt x="0" y="628335"/>
                  <a:pt x="0" y="404781"/>
                </a:cubicBezTo>
                <a:lnTo>
                  <a:pt x="0" y="404781"/>
                </a:lnTo>
                <a:cubicBezTo>
                  <a:pt x="0" y="181227"/>
                  <a:pt x="181227" y="0"/>
                  <a:pt x="404781" y="0"/>
                </a:cubicBezTo>
                <a:close/>
              </a:path>
            </a:pathLst>
          </a:custGeom>
          <a:solidFill>
            <a:srgbClr val="72E1D1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17099" y="2772749"/>
            <a:ext cx="227689" cy="303586"/>
          </a:xfrm>
          <a:custGeom>
            <a:avLst/>
            <a:gdLst/>
            <a:ahLst/>
            <a:cxnLst/>
            <a:rect l="l" t="t" r="r" b="b"/>
            <a:pathLst>
              <a:path w="227689" h="303586">
                <a:moveTo>
                  <a:pt x="0" y="37948"/>
                </a:moveTo>
                <a:cubicBezTo>
                  <a:pt x="0" y="17017"/>
                  <a:pt x="17017" y="0"/>
                  <a:pt x="37948" y="0"/>
                </a:cubicBezTo>
                <a:lnTo>
                  <a:pt x="126593" y="0"/>
                </a:lnTo>
                <a:cubicBezTo>
                  <a:pt x="136673" y="0"/>
                  <a:pt x="146338" y="3973"/>
                  <a:pt x="153453" y="11088"/>
                </a:cubicBezTo>
                <a:lnTo>
                  <a:pt x="216601" y="74295"/>
                </a:lnTo>
                <a:cubicBezTo>
                  <a:pt x="223717" y="81411"/>
                  <a:pt x="227689" y="91076"/>
                  <a:pt x="227689" y="101156"/>
                </a:cubicBezTo>
                <a:lnTo>
                  <a:pt x="227689" y="265637"/>
                </a:lnTo>
                <a:cubicBezTo>
                  <a:pt x="227689" y="286568"/>
                  <a:pt x="210672" y="303586"/>
                  <a:pt x="189741" y="303586"/>
                </a:cubicBezTo>
                <a:lnTo>
                  <a:pt x="37948" y="303586"/>
                </a:lnTo>
                <a:cubicBezTo>
                  <a:pt x="17017" y="303586"/>
                  <a:pt x="0" y="286568"/>
                  <a:pt x="0" y="265637"/>
                </a:cubicBezTo>
                <a:lnTo>
                  <a:pt x="0" y="37948"/>
                </a:lnTo>
                <a:close/>
                <a:moveTo>
                  <a:pt x="123332" y="34687"/>
                </a:moveTo>
                <a:lnTo>
                  <a:pt x="123332" y="90127"/>
                </a:lnTo>
                <a:cubicBezTo>
                  <a:pt x="123332" y="98013"/>
                  <a:pt x="129676" y="104358"/>
                  <a:pt x="137562" y="104358"/>
                </a:cubicBezTo>
                <a:lnTo>
                  <a:pt x="193002" y="104358"/>
                </a:lnTo>
                <a:lnTo>
                  <a:pt x="123332" y="34687"/>
                </a:lnTo>
                <a:close/>
                <a:moveTo>
                  <a:pt x="71153" y="151793"/>
                </a:moveTo>
                <a:cubicBezTo>
                  <a:pt x="63267" y="151793"/>
                  <a:pt x="56922" y="158137"/>
                  <a:pt x="56922" y="166023"/>
                </a:cubicBezTo>
                <a:cubicBezTo>
                  <a:pt x="56922" y="173910"/>
                  <a:pt x="63267" y="180254"/>
                  <a:pt x="71153" y="180254"/>
                </a:cubicBezTo>
                <a:lnTo>
                  <a:pt x="156536" y="180254"/>
                </a:lnTo>
                <a:cubicBezTo>
                  <a:pt x="164422" y="180254"/>
                  <a:pt x="170767" y="173910"/>
                  <a:pt x="170767" y="166023"/>
                </a:cubicBezTo>
                <a:cubicBezTo>
                  <a:pt x="170767" y="158137"/>
                  <a:pt x="164422" y="151793"/>
                  <a:pt x="156536" y="151793"/>
                </a:cubicBezTo>
                <a:lnTo>
                  <a:pt x="71153" y="151793"/>
                </a:lnTo>
                <a:close/>
                <a:moveTo>
                  <a:pt x="71153" y="208715"/>
                </a:moveTo>
                <a:cubicBezTo>
                  <a:pt x="63267" y="208715"/>
                  <a:pt x="56922" y="215060"/>
                  <a:pt x="56922" y="222946"/>
                </a:cubicBezTo>
                <a:cubicBezTo>
                  <a:pt x="56922" y="230832"/>
                  <a:pt x="63267" y="237176"/>
                  <a:pt x="71153" y="237176"/>
                </a:cubicBezTo>
                <a:lnTo>
                  <a:pt x="156536" y="237176"/>
                </a:lnTo>
                <a:cubicBezTo>
                  <a:pt x="164422" y="237176"/>
                  <a:pt x="170767" y="230832"/>
                  <a:pt x="170767" y="222946"/>
                </a:cubicBezTo>
                <a:cubicBezTo>
                  <a:pt x="170767" y="215060"/>
                  <a:pt x="164422" y="208715"/>
                  <a:pt x="156536" y="208715"/>
                </a:cubicBezTo>
                <a:lnTo>
                  <a:pt x="71153" y="208715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8" name="Text 36"/>
          <p:cNvSpPr/>
          <p:nvPr/>
        </p:nvSpPr>
        <p:spPr>
          <a:xfrm>
            <a:off x="9783150" y="3489211"/>
            <a:ext cx="1894375" cy="3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912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Shown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03389" y="3893992"/>
            <a:ext cx="1853896" cy="24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references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70038" y="4298773"/>
            <a:ext cx="728606" cy="283347"/>
          </a:xfrm>
          <a:custGeom>
            <a:avLst/>
            <a:gdLst/>
            <a:ahLst/>
            <a:cxnLst/>
            <a:rect l="l" t="t" r="r" b="b"/>
            <a:pathLst>
              <a:path w="728606" h="283347">
                <a:moveTo>
                  <a:pt x="141673" y="0"/>
                </a:moveTo>
                <a:lnTo>
                  <a:pt x="586932" y="0"/>
                </a:lnTo>
                <a:cubicBezTo>
                  <a:pt x="665124" y="0"/>
                  <a:pt x="728606" y="63482"/>
                  <a:pt x="728606" y="141673"/>
                </a:cubicBezTo>
                <a:lnTo>
                  <a:pt x="728606" y="141673"/>
                </a:lnTo>
                <a:cubicBezTo>
                  <a:pt x="728606" y="219865"/>
                  <a:pt x="665124" y="283347"/>
                  <a:pt x="586932" y="283347"/>
                </a:cubicBezTo>
                <a:lnTo>
                  <a:pt x="141673" y="283347"/>
                </a:lnTo>
                <a:cubicBezTo>
                  <a:pt x="63482" y="283347"/>
                  <a:pt x="0" y="219865"/>
                  <a:pt x="0" y="141673"/>
                </a:cubicBezTo>
                <a:lnTo>
                  <a:pt x="0" y="141673"/>
                </a:lnTo>
                <a:cubicBezTo>
                  <a:pt x="0" y="63482"/>
                  <a:pt x="63482" y="0"/>
                  <a:pt x="141673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034620" y="4298773"/>
            <a:ext cx="799442" cy="283347"/>
          </a:xfrm>
          <a:prstGeom prst="rect">
            <a:avLst/>
          </a:prstGeom>
          <a:noFill/>
          <a:ln/>
        </p:spPr>
        <p:txBody>
          <a:bodyPr wrap="square" lIns="121434" tIns="40478" rIns="121434" bIns="40478" rtlCol="0" anchor="ctr"/>
          <a:lstStyle/>
          <a:p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 12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77373" y="4298773"/>
            <a:ext cx="510024" cy="283347"/>
          </a:xfrm>
          <a:custGeom>
            <a:avLst/>
            <a:gdLst/>
            <a:ahLst/>
            <a:cxnLst/>
            <a:rect l="l" t="t" r="r" b="b"/>
            <a:pathLst>
              <a:path w="510024" h="283347">
                <a:moveTo>
                  <a:pt x="141673" y="0"/>
                </a:moveTo>
                <a:lnTo>
                  <a:pt x="368351" y="0"/>
                </a:lnTo>
                <a:cubicBezTo>
                  <a:pt x="446542" y="0"/>
                  <a:pt x="510024" y="63482"/>
                  <a:pt x="510024" y="141673"/>
                </a:cubicBezTo>
                <a:lnTo>
                  <a:pt x="510024" y="141673"/>
                </a:lnTo>
                <a:cubicBezTo>
                  <a:pt x="510024" y="219865"/>
                  <a:pt x="446542" y="283347"/>
                  <a:pt x="368351" y="283347"/>
                </a:cubicBezTo>
                <a:lnTo>
                  <a:pt x="141673" y="283347"/>
                </a:lnTo>
                <a:cubicBezTo>
                  <a:pt x="63482" y="283347"/>
                  <a:pt x="0" y="219865"/>
                  <a:pt x="0" y="141673"/>
                </a:cubicBezTo>
                <a:lnTo>
                  <a:pt x="0" y="141673"/>
                </a:lnTo>
                <a:cubicBezTo>
                  <a:pt x="0" y="63482"/>
                  <a:pt x="63482" y="0"/>
                  <a:pt x="141673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841955" y="4298773"/>
            <a:ext cx="580861" cy="283347"/>
          </a:xfrm>
          <a:prstGeom prst="rect">
            <a:avLst/>
          </a:prstGeom>
          <a:noFill/>
          <a:ln/>
        </p:spPr>
        <p:txBody>
          <a:bodyPr wrap="square" lIns="121434" tIns="40478" rIns="121434" bIns="40478" rtlCol="0" anchor="ctr"/>
          <a:lstStyle/>
          <a:p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§4.2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0016" y="5440255"/>
            <a:ext cx="3699697" cy="1092908"/>
          </a:xfrm>
          <a:custGeom>
            <a:avLst/>
            <a:gdLst/>
            <a:ahLst/>
            <a:cxnLst/>
            <a:rect l="l" t="t" r="r" b="b"/>
            <a:pathLst>
              <a:path w="3699697" h="1092908">
                <a:moveTo>
                  <a:pt x="32382" y="0"/>
                </a:moveTo>
                <a:lnTo>
                  <a:pt x="3618745" y="0"/>
                </a:lnTo>
                <a:cubicBezTo>
                  <a:pt x="3663454" y="0"/>
                  <a:pt x="3699697" y="36243"/>
                  <a:pt x="3699697" y="80952"/>
                </a:cubicBezTo>
                <a:lnTo>
                  <a:pt x="3699697" y="1011957"/>
                </a:lnTo>
                <a:cubicBezTo>
                  <a:pt x="3699697" y="1056665"/>
                  <a:pt x="3663454" y="1092908"/>
                  <a:pt x="3618745" y="1092908"/>
                </a:cubicBezTo>
                <a:lnTo>
                  <a:pt x="32382" y="1092908"/>
                </a:lnTo>
                <a:cubicBezTo>
                  <a:pt x="14498" y="1092908"/>
                  <a:pt x="0" y="1078410"/>
                  <a:pt x="0" y="106052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40016" y="5440255"/>
            <a:ext cx="32382" cy="1092908"/>
          </a:xfrm>
          <a:custGeom>
            <a:avLst/>
            <a:gdLst/>
            <a:ahLst/>
            <a:cxnLst/>
            <a:rect l="l" t="t" r="r" b="b"/>
            <a:pathLst>
              <a:path w="32382" h="1092908">
                <a:moveTo>
                  <a:pt x="32382" y="0"/>
                </a:moveTo>
                <a:lnTo>
                  <a:pt x="32382" y="0"/>
                </a:lnTo>
                <a:lnTo>
                  <a:pt x="32382" y="1092908"/>
                </a:lnTo>
                <a:lnTo>
                  <a:pt x="32382" y="1092908"/>
                </a:lnTo>
                <a:cubicBezTo>
                  <a:pt x="14498" y="1092908"/>
                  <a:pt x="0" y="1078410"/>
                  <a:pt x="0" y="106052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6" name="Text 44"/>
          <p:cNvSpPr/>
          <p:nvPr/>
        </p:nvSpPr>
        <p:spPr>
          <a:xfrm>
            <a:off x="518120" y="5602167"/>
            <a:ext cx="3430518" cy="20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16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TECHNICAL SKILLS REQUIRED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8120" y="5885514"/>
            <a:ext cx="3440637" cy="485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professionals can use the system without IT training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54956" y="5440255"/>
            <a:ext cx="3699697" cy="1092908"/>
          </a:xfrm>
          <a:custGeom>
            <a:avLst/>
            <a:gdLst/>
            <a:ahLst/>
            <a:cxnLst/>
            <a:rect l="l" t="t" r="r" b="b"/>
            <a:pathLst>
              <a:path w="3699697" h="1092908">
                <a:moveTo>
                  <a:pt x="32382" y="0"/>
                </a:moveTo>
                <a:lnTo>
                  <a:pt x="3618745" y="0"/>
                </a:lnTo>
                <a:cubicBezTo>
                  <a:pt x="3663454" y="0"/>
                  <a:pt x="3699697" y="36243"/>
                  <a:pt x="3699697" y="80952"/>
                </a:cubicBezTo>
                <a:lnTo>
                  <a:pt x="3699697" y="1011957"/>
                </a:lnTo>
                <a:cubicBezTo>
                  <a:pt x="3699697" y="1056665"/>
                  <a:pt x="3663454" y="1092908"/>
                  <a:pt x="3618745" y="1092908"/>
                </a:cubicBezTo>
                <a:lnTo>
                  <a:pt x="32382" y="1092908"/>
                </a:lnTo>
                <a:cubicBezTo>
                  <a:pt x="14498" y="1092908"/>
                  <a:pt x="0" y="1078410"/>
                  <a:pt x="0" y="106052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254956" y="5440255"/>
            <a:ext cx="32382" cy="1092908"/>
          </a:xfrm>
          <a:custGeom>
            <a:avLst/>
            <a:gdLst/>
            <a:ahLst/>
            <a:cxnLst/>
            <a:rect l="l" t="t" r="r" b="b"/>
            <a:pathLst>
              <a:path w="32382" h="1092908">
                <a:moveTo>
                  <a:pt x="32382" y="0"/>
                </a:moveTo>
                <a:lnTo>
                  <a:pt x="32382" y="0"/>
                </a:lnTo>
                <a:lnTo>
                  <a:pt x="32382" y="1092908"/>
                </a:lnTo>
                <a:lnTo>
                  <a:pt x="32382" y="1092908"/>
                </a:lnTo>
                <a:cubicBezTo>
                  <a:pt x="14498" y="1092908"/>
                  <a:pt x="0" y="1078410"/>
                  <a:pt x="0" y="106052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50" name="Text 48"/>
          <p:cNvSpPr/>
          <p:nvPr/>
        </p:nvSpPr>
        <p:spPr>
          <a:xfrm>
            <a:off x="4433059" y="5602167"/>
            <a:ext cx="3430518" cy="20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16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VERIFIABLE RESULTS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33059" y="5885514"/>
            <a:ext cx="3440637" cy="485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answer includes source references for verification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69895" y="5440255"/>
            <a:ext cx="3699697" cy="1092908"/>
          </a:xfrm>
          <a:custGeom>
            <a:avLst/>
            <a:gdLst/>
            <a:ahLst/>
            <a:cxnLst/>
            <a:rect l="l" t="t" r="r" b="b"/>
            <a:pathLst>
              <a:path w="3699697" h="1092908">
                <a:moveTo>
                  <a:pt x="32382" y="0"/>
                </a:moveTo>
                <a:lnTo>
                  <a:pt x="3618745" y="0"/>
                </a:lnTo>
                <a:cubicBezTo>
                  <a:pt x="3663454" y="0"/>
                  <a:pt x="3699697" y="36243"/>
                  <a:pt x="3699697" y="80952"/>
                </a:cubicBezTo>
                <a:lnTo>
                  <a:pt x="3699697" y="1011957"/>
                </a:lnTo>
                <a:cubicBezTo>
                  <a:pt x="3699697" y="1056665"/>
                  <a:pt x="3663454" y="1092908"/>
                  <a:pt x="3618745" y="1092908"/>
                </a:cubicBezTo>
                <a:lnTo>
                  <a:pt x="32382" y="1092908"/>
                </a:lnTo>
                <a:cubicBezTo>
                  <a:pt x="14498" y="1092908"/>
                  <a:pt x="0" y="1078410"/>
                  <a:pt x="0" y="106052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169895" y="5440255"/>
            <a:ext cx="32382" cy="1092908"/>
          </a:xfrm>
          <a:custGeom>
            <a:avLst/>
            <a:gdLst/>
            <a:ahLst/>
            <a:cxnLst/>
            <a:rect l="l" t="t" r="r" b="b"/>
            <a:pathLst>
              <a:path w="32382" h="1092908">
                <a:moveTo>
                  <a:pt x="32382" y="0"/>
                </a:moveTo>
                <a:lnTo>
                  <a:pt x="32382" y="0"/>
                </a:lnTo>
                <a:lnTo>
                  <a:pt x="32382" y="1092908"/>
                </a:lnTo>
                <a:lnTo>
                  <a:pt x="32382" y="1092908"/>
                </a:lnTo>
                <a:cubicBezTo>
                  <a:pt x="14498" y="1092908"/>
                  <a:pt x="0" y="1078410"/>
                  <a:pt x="0" y="106052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54" name="Text 52"/>
          <p:cNvSpPr/>
          <p:nvPr/>
        </p:nvSpPr>
        <p:spPr>
          <a:xfrm>
            <a:off x="8347999" y="5602167"/>
            <a:ext cx="3430518" cy="20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16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FEEDBACK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47999" y="5885514"/>
            <a:ext cx="3440637" cy="24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answers in seconds, not hours or days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5390c6d6d7addc06ef2a27ba36eb319d47a875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4" r="15" t="0" b="0"/>
          <a:stretch/>
        </p:blipFill>
        <p:spPr>
          <a:xfrm>
            <a:off x="0" y="0"/>
            <a:ext cx="12192000" cy="685999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990"/>
          </a:xfrm>
          <a:custGeom>
            <a:avLst/>
            <a:gdLst/>
            <a:ahLst/>
            <a:cxnLst/>
            <a:rect l="l" t="t" r="r" b="b"/>
            <a:pathLst>
              <a:path w="12192000" h="6859990">
                <a:moveTo>
                  <a:pt x="0" y="0"/>
                </a:moveTo>
                <a:lnTo>
                  <a:pt x="12192000" y="0"/>
                </a:lnTo>
                <a:lnTo>
                  <a:pt x="12192000" y="6859990"/>
                </a:lnTo>
                <a:lnTo>
                  <a:pt x="0" y="685999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3D5A6C">
                  <a:alpha val="7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8329" y="318329"/>
            <a:ext cx="397911" cy="397911"/>
          </a:xfrm>
          <a:custGeom>
            <a:avLst/>
            <a:gdLst/>
            <a:ahLst/>
            <a:cxnLst/>
            <a:rect l="l" t="t" r="r" b="b"/>
            <a:pathLst>
              <a:path w="397911" h="397911">
                <a:moveTo>
                  <a:pt x="79582" y="0"/>
                </a:moveTo>
                <a:lnTo>
                  <a:pt x="318329" y="0"/>
                </a:lnTo>
                <a:cubicBezTo>
                  <a:pt x="362252" y="0"/>
                  <a:pt x="397911" y="35660"/>
                  <a:pt x="397911" y="79582"/>
                </a:cubicBezTo>
                <a:lnTo>
                  <a:pt x="397911" y="318329"/>
                </a:lnTo>
                <a:cubicBezTo>
                  <a:pt x="397911" y="362252"/>
                  <a:pt x="362252" y="397911"/>
                  <a:pt x="318329" y="397911"/>
                </a:cubicBezTo>
                <a:lnTo>
                  <a:pt x="79582" y="397911"/>
                </a:lnTo>
                <a:cubicBezTo>
                  <a:pt x="35660" y="397911"/>
                  <a:pt x="0" y="362252"/>
                  <a:pt x="0" y="318329"/>
                </a:cubicBezTo>
                <a:lnTo>
                  <a:pt x="0" y="79582"/>
                </a:lnTo>
                <a:cubicBezTo>
                  <a:pt x="0" y="35660"/>
                  <a:pt x="35660" y="0"/>
                  <a:pt x="79582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7257" y="429744"/>
            <a:ext cx="179060" cy="179060"/>
          </a:xfrm>
          <a:custGeom>
            <a:avLst/>
            <a:gdLst/>
            <a:ahLst/>
            <a:cxnLst/>
            <a:rect l="l" t="t" r="r" b="b"/>
            <a:pathLst>
              <a:path w="179060" h="179060">
                <a:moveTo>
                  <a:pt x="89530" y="179060"/>
                </a:moveTo>
                <a:cubicBezTo>
                  <a:pt x="138943" y="179060"/>
                  <a:pt x="179060" y="138943"/>
                  <a:pt x="179060" y="89530"/>
                </a:cubicBezTo>
                <a:cubicBezTo>
                  <a:pt x="179060" y="40117"/>
                  <a:pt x="138943" y="0"/>
                  <a:pt x="89530" y="0"/>
                </a:cubicBezTo>
                <a:cubicBezTo>
                  <a:pt x="40117" y="0"/>
                  <a:pt x="0" y="40117"/>
                  <a:pt x="0" y="89530"/>
                </a:cubicBezTo>
                <a:cubicBezTo>
                  <a:pt x="0" y="138943"/>
                  <a:pt x="40117" y="179060"/>
                  <a:pt x="89530" y="179060"/>
                </a:cubicBezTo>
                <a:close/>
                <a:moveTo>
                  <a:pt x="89530" y="61552"/>
                </a:moveTo>
                <a:cubicBezTo>
                  <a:pt x="83340" y="61552"/>
                  <a:pt x="78339" y="66553"/>
                  <a:pt x="78339" y="72743"/>
                </a:cubicBezTo>
                <a:cubicBezTo>
                  <a:pt x="78339" y="77395"/>
                  <a:pt x="74597" y="81137"/>
                  <a:pt x="69945" y="81137"/>
                </a:cubicBezTo>
                <a:cubicBezTo>
                  <a:pt x="65294" y="81137"/>
                  <a:pt x="61552" y="77395"/>
                  <a:pt x="61552" y="72743"/>
                </a:cubicBezTo>
                <a:cubicBezTo>
                  <a:pt x="61552" y="57285"/>
                  <a:pt x="74072" y="44765"/>
                  <a:pt x="89530" y="44765"/>
                </a:cubicBezTo>
                <a:cubicBezTo>
                  <a:pt x="104988" y="44765"/>
                  <a:pt x="117508" y="57285"/>
                  <a:pt x="117508" y="72743"/>
                </a:cubicBezTo>
                <a:cubicBezTo>
                  <a:pt x="117508" y="89250"/>
                  <a:pt x="104918" y="96245"/>
                  <a:pt x="97923" y="98798"/>
                </a:cubicBezTo>
                <a:lnTo>
                  <a:pt x="97923" y="100127"/>
                </a:lnTo>
                <a:cubicBezTo>
                  <a:pt x="97923" y="104778"/>
                  <a:pt x="94181" y="108520"/>
                  <a:pt x="89530" y="108520"/>
                </a:cubicBezTo>
                <a:cubicBezTo>
                  <a:pt x="84879" y="108520"/>
                  <a:pt x="81137" y="104778"/>
                  <a:pt x="81137" y="100127"/>
                </a:cubicBezTo>
                <a:lnTo>
                  <a:pt x="81137" y="97294"/>
                </a:lnTo>
                <a:cubicBezTo>
                  <a:pt x="81137" y="90125"/>
                  <a:pt x="86313" y="84984"/>
                  <a:pt x="91663" y="83235"/>
                </a:cubicBezTo>
                <a:cubicBezTo>
                  <a:pt x="93902" y="82501"/>
                  <a:pt x="96280" y="81311"/>
                  <a:pt x="98028" y="79633"/>
                </a:cubicBezTo>
                <a:cubicBezTo>
                  <a:pt x="99532" y="78164"/>
                  <a:pt x="100721" y="76135"/>
                  <a:pt x="100721" y="72778"/>
                </a:cubicBezTo>
                <a:cubicBezTo>
                  <a:pt x="100721" y="66588"/>
                  <a:pt x="95720" y="61587"/>
                  <a:pt x="89530" y="61587"/>
                </a:cubicBezTo>
                <a:close/>
                <a:moveTo>
                  <a:pt x="78339" y="128699"/>
                </a:moveTo>
                <a:cubicBezTo>
                  <a:pt x="78339" y="122523"/>
                  <a:pt x="83353" y="117508"/>
                  <a:pt x="89530" y="117508"/>
                </a:cubicBezTo>
                <a:cubicBezTo>
                  <a:pt x="95707" y="117508"/>
                  <a:pt x="100721" y="122523"/>
                  <a:pt x="100721" y="128699"/>
                </a:cubicBezTo>
                <a:cubicBezTo>
                  <a:pt x="100721" y="134876"/>
                  <a:pt x="95707" y="139891"/>
                  <a:pt x="89530" y="139891"/>
                </a:cubicBezTo>
                <a:cubicBezTo>
                  <a:pt x="83353" y="139891"/>
                  <a:pt x="78339" y="134876"/>
                  <a:pt x="78339" y="12869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6" name="Text 3"/>
          <p:cNvSpPr/>
          <p:nvPr/>
        </p:nvSpPr>
        <p:spPr>
          <a:xfrm>
            <a:off x="835614" y="397911"/>
            <a:ext cx="2427258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3" b="1" spc="63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8329" y="795822"/>
            <a:ext cx="11794089" cy="477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6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Example Queries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8329" y="1352898"/>
            <a:ext cx="11654820" cy="278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7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questions that reflect actual legal workflows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1512" y="1873366"/>
            <a:ext cx="11553750" cy="2115296"/>
          </a:xfrm>
          <a:custGeom>
            <a:avLst/>
            <a:gdLst/>
            <a:ahLst/>
            <a:cxnLst/>
            <a:rect l="l" t="t" r="r" b="b"/>
            <a:pathLst>
              <a:path w="11553750" h="2115296">
                <a:moveTo>
                  <a:pt x="119366" y="0"/>
                </a:moveTo>
                <a:lnTo>
                  <a:pt x="11434384" y="0"/>
                </a:lnTo>
                <a:cubicBezTo>
                  <a:pt x="11500308" y="0"/>
                  <a:pt x="11553750" y="53442"/>
                  <a:pt x="11553750" y="119366"/>
                </a:cubicBezTo>
                <a:lnTo>
                  <a:pt x="11553750" y="1995930"/>
                </a:lnTo>
                <a:cubicBezTo>
                  <a:pt x="11553750" y="2061854"/>
                  <a:pt x="11500308" y="2115296"/>
                  <a:pt x="11434384" y="2115296"/>
                </a:cubicBezTo>
                <a:lnTo>
                  <a:pt x="119366" y="2115296"/>
                </a:lnTo>
                <a:cubicBezTo>
                  <a:pt x="53442" y="2115296"/>
                  <a:pt x="0" y="2061854"/>
                  <a:pt x="0" y="1995930"/>
                </a:cubicBezTo>
                <a:lnTo>
                  <a:pt x="0" y="119366"/>
                </a:lnTo>
                <a:cubicBezTo>
                  <a:pt x="0" y="53486"/>
                  <a:pt x="53486" y="0"/>
                  <a:pt x="119366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3442" y="2115298"/>
            <a:ext cx="557076" cy="557076"/>
          </a:xfrm>
          <a:custGeom>
            <a:avLst/>
            <a:gdLst/>
            <a:ahLst/>
            <a:cxnLst/>
            <a:rect l="l" t="t" r="r" b="b"/>
            <a:pathLst>
              <a:path w="557076" h="557076">
                <a:moveTo>
                  <a:pt x="119376" y="0"/>
                </a:moveTo>
                <a:lnTo>
                  <a:pt x="437700" y="0"/>
                </a:lnTo>
                <a:cubicBezTo>
                  <a:pt x="503629" y="0"/>
                  <a:pt x="557076" y="53446"/>
                  <a:pt x="557076" y="119376"/>
                </a:cubicBezTo>
                <a:lnTo>
                  <a:pt x="557076" y="437700"/>
                </a:lnTo>
                <a:cubicBezTo>
                  <a:pt x="557076" y="503629"/>
                  <a:pt x="503629" y="557076"/>
                  <a:pt x="437700" y="557076"/>
                </a:cubicBezTo>
                <a:lnTo>
                  <a:pt x="119376" y="557076"/>
                </a:lnTo>
                <a:cubicBezTo>
                  <a:pt x="53446" y="557076"/>
                  <a:pt x="0" y="503629"/>
                  <a:pt x="0" y="437700"/>
                </a:cubicBezTo>
                <a:lnTo>
                  <a:pt x="0" y="119376"/>
                </a:lnTo>
                <a:cubicBezTo>
                  <a:pt x="0" y="53490"/>
                  <a:pt x="53490" y="0"/>
                  <a:pt x="119376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24596" y="2274463"/>
            <a:ext cx="238747" cy="238747"/>
          </a:xfrm>
          <a:custGeom>
            <a:avLst/>
            <a:gdLst/>
            <a:ahLst/>
            <a:cxnLst/>
            <a:rect l="l" t="t" r="r" b="b"/>
            <a:pathLst>
              <a:path w="238747" h="238747">
                <a:moveTo>
                  <a:pt x="193982" y="96991"/>
                </a:moveTo>
                <a:cubicBezTo>
                  <a:pt x="193982" y="118394"/>
                  <a:pt x="187034" y="138165"/>
                  <a:pt x="175330" y="154206"/>
                </a:cubicBezTo>
                <a:lnTo>
                  <a:pt x="234363" y="213287"/>
                </a:lnTo>
                <a:cubicBezTo>
                  <a:pt x="240192" y="219115"/>
                  <a:pt x="240192" y="228581"/>
                  <a:pt x="234363" y="234410"/>
                </a:cubicBezTo>
                <a:cubicBezTo>
                  <a:pt x="228535" y="240239"/>
                  <a:pt x="219069" y="240239"/>
                  <a:pt x="213240" y="234410"/>
                </a:cubicBezTo>
                <a:lnTo>
                  <a:pt x="154206" y="175330"/>
                </a:lnTo>
                <a:cubicBezTo>
                  <a:pt x="138165" y="187034"/>
                  <a:pt x="118394" y="193982"/>
                  <a:pt x="96991" y="193982"/>
                </a:cubicBezTo>
                <a:cubicBezTo>
                  <a:pt x="43413" y="193982"/>
                  <a:pt x="0" y="150569"/>
                  <a:pt x="0" y="96991"/>
                </a:cubicBezTo>
                <a:cubicBezTo>
                  <a:pt x="0" y="43413"/>
                  <a:pt x="43413" y="0"/>
                  <a:pt x="96991" y="0"/>
                </a:cubicBezTo>
                <a:cubicBezTo>
                  <a:pt x="150569" y="0"/>
                  <a:pt x="193982" y="43413"/>
                  <a:pt x="193982" y="96991"/>
                </a:cubicBezTo>
                <a:close/>
                <a:moveTo>
                  <a:pt x="96991" y="164138"/>
                </a:moveTo>
                <a:cubicBezTo>
                  <a:pt x="134051" y="164138"/>
                  <a:pt x="164138" y="134051"/>
                  <a:pt x="164138" y="96991"/>
                </a:cubicBezTo>
                <a:cubicBezTo>
                  <a:pt x="164138" y="59931"/>
                  <a:pt x="134051" y="29843"/>
                  <a:pt x="96991" y="29843"/>
                </a:cubicBezTo>
                <a:cubicBezTo>
                  <a:pt x="59931" y="29843"/>
                  <a:pt x="29843" y="59931"/>
                  <a:pt x="29843" y="96991"/>
                </a:cubicBezTo>
                <a:cubicBezTo>
                  <a:pt x="29843" y="134051"/>
                  <a:pt x="59931" y="164138"/>
                  <a:pt x="96991" y="16413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2" name="Text 9"/>
          <p:cNvSpPr/>
          <p:nvPr/>
        </p:nvSpPr>
        <p:spPr>
          <a:xfrm>
            <a:off x="1319474" y="2115298"/>
            <a:ext cx="10433232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8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 Gap Analysis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35390" y="2513210"/>
            <a:ext cx="10297943" cy="596867"/>
          </a:xfrm>
          <a:custGeom>
            <a:avLst/>
            <a:gdLst/>
            <a:ahLst/>
            <a:cxnLst/>
            <a:rect l="l" t="t" r="r" b="b"/>
            <a:pathLst>
              <a:path w="10297943" h="596867">
                <a:moveTo>
                  <a:pt x="31833" y="0"/>
                </a:moveTo>
                <a:lnTo>
                  <a:pt x="10218362" y="0"/>
                </a:lnTo>
                <a:cubicBezTo>
                  <a:pt x="10262313" y="0"/>
                  <a:pt x="10297943" y="35629"/>
                  <a:pt x="10297943" y="79580"/>
                </a:cubicBezTo>
                <a:lnTo>
                  <a:pt x="10297943" y="517287"/>
                </a:lnTo>
                <a:cubicBezTo>
                  <a:pt x="10297943" y="561238"/>
                  <a:pt x="10262313" y="596867"/>
                  <a:pt x="10218362" y="596867"/>
                </a:cubicBezTo>
                <a:lnTo>
                  <a:pt x="31833" y="596867"/>
                </a:lnTo>
                <a:cubicBezTo>
                  <a:pt x="14252" y="596867"/>
                  <a:pt x="0" y="582615"/>
                  <a:pt x="0" y="565034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335390" y="2513210"/>
            <a:ext cx="31833" cy="596867"/>
          </a:xfrm>
          <a:custGeom>
            <a:avLst/>
            <a:gdLst/>
            <a:ahLst/>
            <a:cxnLst/>
            <a:rect l="l" t="t" r="r" b="b"/>
            <a:pathLst>
              <a:path w="31833" h="596867">
                <a:moveTo>
                  <a:pt x="31833" y="0"/>
                </a:moveTo>
                <a:lnTo>
                  <a:pt x="31833" y="0"/>
                </a:lnTo>
                <a:lnTo>
                  <a:pt x="31833" y="596867"/>
                </a:lnTo>
                <a:lnTo>
                  <a:pt x="31833" y="596867"/>
                </a:lnTo>
                <a:cubicBezTo>
                  <a:pt x="14252" y="596867"/>
                  <a:pt x="0" y="582615"/>
                  <a:pt x="0" y="565034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5" name="Text 12"/>
          <p:cNvSpPr/>
          <p:nvPr/>
        </p:nvSpPr>
        <p:spPr>
          <a:xfrm>
            <a:off x="1510471" y="2672374"/>
            <a:ext cx="10053227" cy="278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0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"Which contracts are missing termination clauses?"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19474" y="3229450"/>
            <a:ext cx="10393441" cy="517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agreements that lack critical exit provisions, exposing the organization to unwanted long-term commitments. Perfect for contract remediation projects.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1512" y="4193985"/>
            <a:ext cx="5672622" cy="1892466"/>
          </a:xfrm>
          <a:custGeom>
            <a:avLst/>
            <a:gdLst/>
            <a:ahLst/>
            <a:cxnLst/>
            <a:rect l="l" t="t" r="r" b="b"/>
            <a:pathLst>
              <a:path w="5672622" h="1892466">
                <a:moveTo>
                  <a:pt x="119377" y="0"/>
                </a:moveTo>
                <a:lnTo>
                  <a:pt x="5553246" y="0"/>
                </a:lnTo>
                <a:cubicBezTo>
                  <a:pt x="5619176" y="0"/>
                  <a:pt x="5672622" y="53447"/>
                  <a:pt x="5672622" y="119377"/>
                </a:cubicBezTo>
                <a:lnTo>
                  <a:pt x="5672622" y="1773089"/>
                </a:lnTo>
                <a:cubicBezTo>
                  <a:pt x="5672622" y="1839019"/>
                  <a:pt x="5619176" y="1892466"/>
                  <a:pt x="5553246" y="1892466"/>
                </a:cubicBezTo>
                <a:lnTo>
                  <a:pt x="119377" y="1892466"/>
                </a:lnTo>
                <a:cubicBezTo>
                  <a:pt x="53447" y="1892466"/>
                  <a:pt x="0" y="1839019"/>
                  <a:pt x="0" y="1773089"/>
                </a:cubicBezTo>
                <a:lnTo>
                  <a:pt x="0" y="119377"/>
                </a:lnTo>
                <a:cubicBezTo>
                  <a:pt x="0" y="53491"/>
                  <a:pt x="53491" y="0"/>
                  <a:pt x="119377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3442" y="4435917"/>
            <a:ext cx="477493" cy="477493"/>
          </a:xfrm>
          <a:custGeom>
            <a:avLst/>
            <a:gdLst/>
            <a:ahLst/>
            <a:cxnLst/>
            <a:rect l="l" t="t" r="r" b="b"/>
            <a:pathLst>
              <a:path w="477493" h="477493">
                <a:moveTo>
                  <a:pt x="119373" y="0"/>
                </a:moveTo>
                <a:lnTo>
                  <a:pt x="358120" y="0"/>
                </a:lnTo>
                <a:cubicBezTo>
                  <a:pt x="424048" y="0"/>
                  <a:pt x="477493" y="53445"/>
                  <a:pt x="477493" y="119373"/>
                </a:cubicBezTo>
                <a:lnTo>
                  <a:pt x="477493" y="358120"/>
                </a:lnTo>
                <a:cubicBezTo>
                  <a:pt x="477493" y="424048"/>
                  <a:pt x="424048" y="477493"/>
                  <a:pt x="358120" y="477493"/>
                </a:cubicBezTo>
                <a:lnTo>
                  <a:pt x="119373" y="477493"/>
                </a:lnTo>
                <a:cubicBezTo>
                  <a:pt x="53445" y="477493"/>
                  <a:pt x="0" y="424048"/>
                  <a:pt x="0" y="358120"/>
                </a:cubicBezTo>
                <a:lnTo>
                  <a:pt x="0" y="119373"/>
                </a:lnTo>
                <a:cubicBezTo>
                  <a:pt x="0" y="53489"/>
                  <a:pt x="53489" y="0"/>
                  <a:pt x="119373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01716" y="4575186"/>
            <a:ext cx="198956" cy="198956"/>
          </a:xfrm>
          <a:custGeom>
            <a:avLst/>
            <a:gdLst/>
            <a:ahLst/>
            <a:cxnLst/>
            <a:rect l="l" t="t" r="r" b="b"/>
            <a:pathLst>
              <a:path w="198956" h="198956">
                <a:moveTo>
                  <a:pt x="25608" y="88792"/>
                </a:moveTo>
                <a:cubicBezTo>
                  <a:pt x="30776" y="52653"/>
                  <a:pt x="61902" y="24869"/>
                  <a:pt x="99478" y="24869"/>
                </a:cubicBezTo>
                <a:cubicBezTo>
                  <a:pt x="120073" y="24869"/>
                  <a:pt x="138725" y="33224"/>
                  <a:pt x="152248" y="46708"/>
                </a:cubicBezTo>
                <a:cubicBezTo>
                  <a:pt x="152325" y="46786"/>
                  <a:pt x="152403" y="46863"/>
                  <a:pt x="152481" y="46941"/>
                </a:cubicBezTo>
                <a:lnTo>
                  <a:pt x="155434" y="49739"/>
                </a:lnTo>
                <a:lnTo>
                  <a:pt x="136821" y="49739"/>
                </a:lnTo>
                <a:cubicBezTo>
                  <a:pt x="129943" y="49739"/>
                  <a:pt x="124386" y="55296"/>
                  <a:pt x="124386" y="62174"/>
                </a:cubicBezTo>
                <a:cubicBezTo>
                  <a:pt x="124386" y="69052"/>
                  <a:pt x="129943" y="74608"/>
                  <a:pt x="136821" y="74608"/>
                </a:cubicBezTo>
                <a:lnTo>
                  <a:pt x="186560" y="74608"/>
                </a:lnTo>
                <a:cubicBezTo>
                  <a:pt x="193438" y="74608"/>
                  <a:pt x="198994" y="69052"/>
                  <a:pt x="198994" y="62174"/>
                </a:cubicBezTo>
                <a:lnTo>
                  <a:pt x="198994" y="12435"/>
                </a:lnTo>
                <a:cubicBezTo>
                  <a:pt x="198994" y="5557"/>
                  <a:pt x="193438" y="0"/>
                  <a:pt x="186560" y="0"/>
                </a:cubicBezTo>
                <a:cubicBezTo>
                  <a:pt x="179682" y="0"/>
                  <a:pt x="174125" y="5557"/>
                  <a:pt x="174125" y="12435"/>
                </a:cubicBezTo>
                <a:lnTo>
                  <a:pt x="174125" y="33185"/>
                </a:lnTo>
                <a:lnTo>
                  <a:pt x="169734" y="29027"/>
                </a:lnTo>
                <a:cubicBezTo>
                  <a:pt x="151743" y="11114"/>
                  <a:pt x="126873" y="0"/>
                  <a:pt x="99478" y="0"/>
                </a:cubicBezTo>
                <a:cubicBezTo>
                  <a:pt x="49350" y="0"/>
                  <a:pt x="7888" y="37071"/>
                  <a:pt x="1010" y="85294"/>
                </a:cubicBezTo>
                <a:cubicBezTo>
                  <a:pt x="39" y="92095"/>
                  <a:pt x="4741" y="98390"/>
                  <a:pt x="11541" y="99361"/>
                </a:cubicBezTo>
                <a:cubicBezTo>
                  <a:pt x="18341" y="100333"/>
                  <a:pt x="24636" y="95592"/>
                  <a:pt x="25608" y="88831"/>
                </a:cubicBezTo>
                <a:close/>
                <a:moveTo>
                  <a:pt x="197945" y="113661"/>
                </a:moveTo>
                <a:cubicBezTo>
                  <a:pt x="198917" y="106861"/>
                  <a:pt x="194176" y="100566"/>
                  <a:pt x="187415" y="99594"/>
                </a:cubicBezTo>
                <a:cubicBezTo>
                  <a:pt x="180653" y="98623"/>
                  <a:pt x="174319" y="103364"/>
                  <a:pt x="173348" y="110125"/>
                </a:cubicBezTo>
                <a:cubicBezTo>
                  <a:pt x="168180" y="146263"/>
                  <a:pt x="137054" y="174047"/>
                  <a:pt x="99478" y="174047"/>
                </a:cubicBezTo>
                <a:cubicBezTo>
                  <a:pt x="78883" y="174047"/>
                  <a:pt x="60231" y="165693"/>
                  <a:pt x="46708" y="152209"/>
                </a:cubicBezTo>
                <a:cubicBezTo>
                  <a:pt x="46630" y="152131"/>
                  <a:pt x="46553" y="152053"/>
                  <a:pt x="46475" y="151976"/>
                </a:cubicBezTo>
                <a:lnTo>
                  <a:pt x="43522" y="149178"/>
                </a:lnTo>
                <a:lnTo>
                  <a:pt x="62135" y="149178"/>
                </a:lnTo>
                <a:cubicBezTo>
                  <a:pt x="69013" y="149178"/>
                  <a:pt x="74569" y="143621"/>
                  <a:pt x="74569" y="136743"/>
                </a:cubicBezTo>
                <a:cubicBezTo>
                  <a:pt x="74569" y="129865"/>
                  <a:pt x="69013" y="124308"/>
                  <a:pt x="62135" y="124308"/>
                </a:cubicBezTo>
                <a:lnTo>
                  <a:pt x="12435" y="124347"/>
                </a:lnTo>
                <a:cubicBezTo>
                  <a:pt x="9132" y="124347"/>
                  <a:pt x="5945" y="125668"/>
                  <a:pt x="3614" y="128039"/>
                </a:cubicBezTo>
                <a:cubicBezTo>
                  <a:pt x="1282" y="130409"/>
                  <a:pt x="-39" y="133557"/>
                  <a:pt x="0" y="136899"/>
                </a:cubicBezTo>
                <a:lnTo>
                  <a:pt x="389" y="186249"/>
                </a:lnTo>
                <a:cubicBezTo>
                  <a:pt x="427" y="193127"/>
                  <a:pt x="6062" y="198645"/>
                  <a:pt x="12940" y="198567"/>
                </a:cubicBezTo>
                <a:cubicBezTo>
                  <a:pt x="19818" y="198489"/>
                  <a:pt x="25336" y="192894"/>
                  <a:pt x="25258" y="186016"/>
                </a:cubicBezTo>
                <a:lnTo>
                  <a:pt x="25103" y="166004"/>
                </a:lnTo>
                <a:lnTo>
                  <a:pt x="29260" y="169928"/>
                </a:lnTo>
                <a:cubicBezTo>
                  <a:pt x="47252" y="187842"/>
                  <a:pt x="72083" y="198956"/>
                  <a:pt x="99478" y="198956"/>
                </a:cubicBezTo>
                <a:cubicBezTo>
                  <a:pt x="149605" y="198956"/>
                  <a:pt x="191067" y="161885"/>
                  <a:pt x="197945" y="11366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0" name="Text 17"/>
          <p:cNvSpPr/>
          <p:nvPr/>
        </p:nvSpPr>
        <p:spPr>
          <a:xfrm>
            <a:off x="1200100" y="4435917"/>
            <a:ext cx="4651582" cy="278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7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Validation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16017" y="4794038"/>
            <a:ext cx="4536188" cy="477493"/>
          </a:xfrm>
          <a:custGeom>
            <a:avLst/>
            <a:gdLst/>
            <a:ahLst/>
            <a:cxnLst/>
            <a:rect l="l" t="t" r="r" b="b"/>
            <a:pathLst>
              <a:path w="4536188" h="477493">
                <a:moveTo>
                  <a:pt x="31833" y="0"/>
                </a:moveTo>
                <a:lnTo>
                  <a:pt x="4456604" y="0"/>
                </a:lnTo>
                <a:cubicBezTo>
                  <a:pt x="4500557" y="0"/>
                  <a:pt x="4536188" y="35631"/>
                  <a:pt x="4536188" y="79584"/>
                </a:cubicBezTo>
                <a:lnTo>
                  <a:pt x="4536188" y="397910"/>
                </a:lnTo>
                <a:cubicBezTo>
                  <a:pt x="4536188" y="441863"/>
                  <a:pt x="4500557" y="477493"/>
                  <a:pt x="4456604" y="477493"/>
                </a:cubicBezTo>
                <a:lnTo>
                  <a:pt x="31833" y="477493"/>
                </a:lnTo>
                <a:cubicBezTo>
                  <a:pt x="14252" y="477493"/>
                  <a:pt x="0" y="463241"/>
                  <a:pt x="0" y="445661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216017" y="4794038"/>
            <a:ext cx="31833" cy="477493"/>
          </a:xfrm>
          <a:custGeom>
            <a:avLst/>
            <a:gdLst/>
            <a:ahLst/>
            <a:cxnLst/>
            <a:rect l="l" t="t" r="r" b="b"/>
            <a:pathLst>
              <a:path w="31833" h="477493">
                <a:moveTo>
                  <a:pt x="31833" y="0"/>
                </a:moveTo>
                <a:lnTo>
                  <a:pt x="31833" y="0"/>
                </a:lnTo>
                <a:lnTo>
                  <a:pt x="31833" y="477493"/>
                </a:lnTo>
                <a:lnTo>
                  <a:pt x="31833" y="477493"/>
                </a:lnTo>
                <a:cubicBezTo>
                  <a:pt x="14252" y="477493"/>
                  <a:pt x="0" y="463241"/>
                  <a:pt x="0" y="445661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3" name="Text 20"/>
          <p:cNvSpPr/>
          <p:nvPr/>
        </p:nvSpPr>
        <p:spPr>
          <a:xfrm>
            <a:off x="1351307" y="4913411"/>
            <a:ext cx="4361107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3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"Does this contract comply with policy?"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00100" y="5390904"/>
            <a:ext cx="4621739" cy="4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7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 agreements against organizational policies and regulatory requirements before execution.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00352" y="4193985"/>
            <a:ext cx="5672622" cy="1892466"/>
          </a:xfrm>
          <a:custGeom>
            <a:avLst/>
            <a:gdLst/>
            <a:ahLst/>
            <a:cxnLst/>
            <a:rect l="l" t="t" r="r" b="b"/>
            <a:pathLst>
              <a:path w="5672622" h="1892466">
                <a:moveTo>
                  <a:pt x="119377" y="0"/>
                </a:moveTo>
                <a:lnTo>
                  <a:pt x="5553246" y="0"/>
                </a:lnTo>
                <a:cubicBezTo>
                  <a:pt x="5619176" y="0"/>
                  <a:pt x="5672622" y="53447"/>
                  <a:pt x="5672622" y="119377"/>
                </a:cubicBezTo>
                <a:lnTo>
                  <a:pt x="5672622" y="1773089"/>
                </a:lnTo>
                <a:cubicBezTo>
                  <a:pt x="5672622" y="1839019"/>
                  <a:pt x="5619176" y="1892466"/>
                  <a:pt x="5553246" y="1892466"/>
                </a:cubicBezTo>
                <a:lnTo>
                  <a:pt x="119377" y="1892466"/>
                </a:lnTo>
                <a:cubicBezTo>
                  <a:pt x="53447" y="1892466"/>
                  <a:pt x="0" y="1839019"/>
                  <a:pt x="0" y="1773089"/>
                </a:cubicBezTo>
                <a:lnTo>
                  <a:pt x="0" y="119377"/>
                </a:lnTo>
                <a:cubicBezTo>
                  <a:pt x="0" y="53491"/>
                  <a:pt x="53491" y="0"/>
                  <a:pt x="119377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2282" y="4435917"/>
            <a:ext cx="477493" cy="477493"/>
          </a:xfrm>
          <a:custGeom>
            <a:avLst/>
            <a:gdLst/>
            <a:ahLst/>
            <a:cxnLst/>
            <a:rect l="l" t="t" r="r" b="b"/>
            <a:pathLst>
              <a:path w="477493" h="477493">
                <a:moveTo>
                  <a:pt x="119373" y="0"/>
                </a:moveTo>
                <a:lnTo>
                  <a:pt x="358120" y="0"/>
                </a:lnTo>
                <a:cubicBezTo>
                  <a:pt x="424048" y="0"/>
                  <a:pt x="477493" y="53445"/>
                  <a:pt x="477493" y="119373"/>
                </a:cubicBezTo>
                <a:lnTo>
                  <a:pt x="477493" y="358120"/>
                </a:lnTo>
                <a:cubicBezTo>
                  <a:pt x="477493" y="424048"/>
                  <a:pt x="424048" y="477493"/>
                  <a:pt x="358120" y="477493"/>
                </a:cubicBezTo>
                <a:lnTo>
                  <a:pt x="119373" y="477493"/>
                </a:lnTo>
                <a:cubicBezTo>
                  <a:pt x="53445" y="477493"/>
                  <a:pt x="0" y="424048"/>
                  <a:pt x="0" y="358120"/>
                </a:cubicBezTo>
                <a:lnTo>
                  <a:pt x="0" y="119373"/>
                </a:lnTo>
                <a:cubicBezTo>
                  <a:pt x="0" y="53489"/>
                  <a:pt x="53489" y="0"/>
                  <a:pt x="119373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580556" y="4575186"/>
            <a:ext cx="198956" cy="198956"/>
          </a:xfrm>
          <a:custGeom>
            <a:avLst/>
            <a:gdLst/>
            <a:ahLst/>
            <a:cxnLst/>
            <a:rect l="l" t="t" r="r" b="b"/>
            <a:pathLst>
              <a:path w="198956" h="198956">
                <a:moveTo>
                  <a:pt x="77251" y="699"/>
                </a:moveTo>
                <a:cubicBezTo>
                  <a:pt x="80748" y="-738"/>
                  <a:pt x="84750" y="39"/>
                  <a:pt x="87432" y="2720"/>
                </a:cubicBezTo>
                <a:lnTo>
                  <a:pt x="109192" y="24481"/>
                </a:lnTo>
                <a:cubicBezTo>
                  <a:pt x="112845" y="28134"/>
                  <a:pt x="112845" y="34040"/>
                  <a:pt x="109192" y="37654"/>
                </a:cubicBezTo>
                <a:lnTo>
                  <a:pt x="87432" y="59415"/>
                </a:lnTo>
                <a:cubicBezTo>
                  <a:pt x="84750" y="62096"/>
                  <a:pt x="80748" y="62873"/>
                  <a:pt x="77251" y="61435"/>
                </a:cubicBezTo>
                <a:cubicBezTo>
                  <a:pt x="73753" y="59998"/>
                  <a:pt x="71500" y="56617"/>
                  <a:pt x="71500" y="52848"/>
                </a:cubicBezTo>
                <a:lnTo>
                  <a:pt x="71500" y="43522"/>
                </a:lnTo>
                <a:lnTo>
                  <a:pt x="62174" y="43522"/>
                </a:lnTo>
                <a:cubicBezTo>
                  <a:pt x="55296" y="43522"/>
                  <a:pt x="49739" y="49078"/>
                  <a:pt x="49739" y="55956"/>
                </a:cubicBezTo>
                <a:lnTo>
                  <a:pt x="49739" y="139386"/>
                </a:lnTo>
                <a:cubicBezTo>
                  <a:pt x="60736" y="144165"/>
                  <a:pt x="68391" y="155123"/>
                  <a:pt x="68391" y="167869"/>
                </a:cubicBezTo>
                <a:cubicBezTo>
                  <a:pt x="68391" y="185044"/>
                  <a:pt x="54480" y="198956"/>
                  <a:pt x="37304" y="198956"/>
                </a:cubicBezTo>
                <a:cubicBezTo>
                  <a:pt x="20129" y="198956"/>
                  <a:pt x="6217" y="185044"/>
                  <a:pt x="6217" y="167869"/>
                </a:cubicBezTo>
                <a:cubicBezTo>
                  <a:pt x="6217" y="155123"/>
                  <a:pt x="13872" y="144165"/>
                  <a:pt x="24869" y="139386"/>
                </a:cubicBezTo>
                <a:lnTo>
                  <a:pt x="24869" y="55956"/>
                </a:lnTo>
                <a:cubicBezTo>
                  <a:pt x="24869" y="35361"/>
                  <a:pt x="41579" y="18652"/>
                  <a:pt x="62174" y="18652"/>
                </a:cubicBezTo>
                <a:lnTo>
                  <a:pt x="71500" y="18652"/>
                </a:lnTo>
                <a:lnTo>
                  <a:pt x="71500" y="9326"/>
                </a:lnTo>
                <a:cubicBezTo>
                  <a:pt x="71500" y="5557"/>
                  <a:pt x="73753" y="2137"/>
                  <a:pt x="77251" y="699"/>
                </a:cubicBezTo>
                <a:close/>
                <a:moveTo>
                  <a:pt x="152325" y="31087"/>
                </a:moveTo>
                <a:cubicBezTo>
                  <a:pt x="152325" y="36234"/>
                  <a:pt x="156504" y="40413"/>
                  <a:pt x="161651" y="40413"/>
                </a:cubicBezTo>
                <a:cubicBezTo>
                  <a:pt x="166799" y="40413"/>
                  <a:pt x="170977" y="36234"/>
                  <a:pt x="170977" y="31087"/>
                </a:cubicBezTo>
                <a:cubicBezTo>
                  <a:pt x="170977" y="25940"/>
                  <a:pt x="166799" y="21761"/>
                  <a:pt x="161651" y="21761"/>
                </a:cubicBezTo>
                <a:cubicBezTo>
                  <a:pt x="156504" y="21761"/>
                  <a:pt x="152325" y="25940"/>
                  <a:pt x="152325" y="31087"/>
                </a:cubicBezTo>
                <a:close/>
                <a:moveTo>
                  <a:pt x="149217" y="59570"/>
                </a:moveTo>
                <a:cubicBezTo>
                  <a:pt x="138220" y="54791"/>
                  <a:pt x="130565" y="43832"/>
                  <a:pt x="130565" y="31087"/>
                </a:cubicBezTo>
                <a:cubicBezTo>
                  <a:pt x="130565" y="13911"/>
                  <a:pt x="144476" y="0"/>
                  <a:pt x="161651" y="0"/>
                </a:cubicBezTo>
                <a:cubicBezTo>
                  <a:pt x="178827" y="0"/>
                  <a:pt x="192738" y="13911"/>
                  <a:pt x="192738" y="31087"/>
                </a:cubicBezTo>
                <a:cubicBezTo>
                  <a:pt x="192738" y="43832"/>
                  <a:pt x="185083" y="54791"/>
                  <a:pt x="174086" y="59570"/>
                </a:cubicBezTo>
                <a:lnTo>
                  <a:pt x="174086" y="142999"/>
                </a:lnTo>
                <a:cubicBezTo>
                  <a:pt x="174086" y="163594"/>
                  <a:pt x="157377" y="180304"/>
                  <a:pt x="136782" y="180304"/>
                </a:cubicBezTo>
                <a:lnTo>
                  <a:pt x="127456" y="180304"/>
                </a:lnTo>
                <a:lnTo>
                  <a:pt x="127456" y="189630"/>
                </a:lnTo>
                <a:cubicBezTo>
                  <a:pt x="127456" y="193399"/>
                  <a:pt x="125202" y="196818"/>
                  <a:pt x="121705" y="198256"/>
                </a:cubicBezTo>
                <a:cubicBezTo>
                  <a:pt x="118208" y="199694"/>
                  <a:pt x="114205" y="198917"/>
                  <a:pt x="111524" y="196236"/>
                </a:cubicBezTo>
                <a:lnTo>
                  <a:pt x="89763" y="174475"/>
                </a:lnTo>
                <a:cubicBezTo>
                  <a:pt x="86110" y="170822"/>
                  <a:pt x="86110" y="164916"/>
                  <a:pt x="89763" y="161302"/>
                </a:cubicBezTo>
                <a:lnTo>
                  <a:pt x="111524" y="139541"/>
                </a:lnTo>
                <a:cubicBezTo>
                  <a:pt x="114205" y="136860"/>
                  <a:pt x="118208" y="136083"/>
                  <a:pt x="121705" y="137520"/>
                </a:cubicBezTo>
                <a:cubicBezTo>
                  <a:pt x="125202" y="138958"/>
                  <a:pt x="127456" y="142339"/>
                  <a:pt x="127456" y="146108"/>
                </a:cubicBezTo>
                <a:lnTo>
                  <a:pt x="127456" y="155434"/>
                </a:lnTo>
                <a:lnTo>
                  <a:pt x="136782" y="155434"/>
                </a:lnTo>
                <a:cubicBezTo>
                  <a:pt x="143660" y="155434"/>
                  <a:pt x="149217" y="149877"/>
                  <a:pt x="149217" y="142999"/>
                </a:cubicBezTo>
                <a:lnTo>
                  <a:pt x="149217" y="59570"/>
                </a:lnTo>
                <a:close/>
                <a:moveTo>
                  <a:pt x="27978" y="167869"/>
                </a:moveTo>
                <a:cubicBezTo>
                  <a:pt x="27978" y="173016"/>
                  <a:pt x="32157" y="177195"/>
                  <a:pt x="37304" y="177195"/>
                </a:cubicBezTo>
                <a:cubicBezTo>
                  <a:pt x="42451" y="177195"/>
                  <a:pt x="46630" y="173016"/>
                  <a:pt x="46630" y="167869"/>
                </a:cubicBezTo>
                <a:cubicBezTo>
                  <a:pt x="46630" y="162722"/>
                  <a:pt x="42451" y="158543"/>
                  <a:pt x="37304" y="158543"/>
                </a:cubicBezTo>
                <a:cubicBezTo>
                  <a:pt x="32157" y="158543"/>
                  <a:pt x="27978" y="162722"/>
                  <a:pt x="27978" y="16786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8" name="Text 25"/>
          <p:cNvSpPr/>
          <p:nvPr/>
        </p:nvSpPr>
        <p:spPr>
          <a:xfrm>
            <a:off x="7078940" y="4435917"/>
            <a:ext cx="4651582" cy="278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7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Contract Comparison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094857" y="4794038"/>
            <a:ext cx="4536188" cy="477493"/>
          </a:xfrm>
          <a:custGeom>
            <a:avLst/>
            <a:gdLst/>
            <a:ahLst/>
            <a:cxnLst/>
            <a:rect l="l" t="t" r="r" b="b"/>
            <a:pathLst>
              <a:path w="4536188" h="477493">
                <a:moveTo>
                  <a:pt x="31833" y="0"/>
                </a:moveTo>
                <a:lnTo>
                  <a:pt x="4456604" y="0"/>
                </a:lnTo>
                <a:cubicBezTo>
                  <a:pt x="4500557" y="0"/>
                  <a:pt x="4536188" y="35631"/>
                  <a:pt x="4536188" y="79584"/>
                </a:cubicBezTo>
                <a:lnTo>
                  <a:pt x="4536188" y="397910"/>
                </a:lnTo>
                <a:cubicBezTo>
                  <a:pt x="4536188" y="441863"/>
                  <a:pt x="4500557" y="477493"/>
                  <a:pt x="4456604" y="477493"/>
                </a:cubicBezTo>
                <a:lnTo>
                  <a:pt x="31833" y="477493"/>
                </a:lnTo>
                <a:cubicBezTo>
                  <a:pt x="14252" y="477493"/>
                  <a:pt x="0" y="463241"/>
                  <a:pt x="0" y="445661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094857" y="4794038"/>
            <a:ext cx="31833" cy="477493"/>
          </a:xfrm>
          <a:custGeom>
            <a:avLst/>
            <a:gdLst/>
            <a:ahLst/>
            <a:cxnLst/>
            <a:rect l="l" t="t" r="r" b="b"/>
            <a:pathLst>
              <a:path w="31833" h="477493">
                <a:moveTo>
                  <a:pt x="31833" y="0"/>
                </a:moveTo>
                <a:lnTo>
                  <a:pt x="31833" y="0"/>
                </a:lnTo>
                <a:lnTo>
                  <a:pt x="31833" y="477493"/>
                </a:lnTo>
                <a:lnTo>
                  <a:pt x="31833" y="477493"/>
                </a:lnTo>
                <a:cubicBezTo>
                  <a:pt x="14252" y="477493"/>
                  <a:pt x="0" y="463241"/>
                  <a:pt x="0" y="445661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1" name="Text 28"/>
          <p:cNvSpPr/>
          <p:nvPr/>
        </p:nvSpPr>
        <p:spPr>
          <a:xfrm>
            <a:off x="7230147" y="4913411"/>
            <a:ext cx="4361107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3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"Compare these two contracts"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078940" y="5390904"/>
            <a:ext cx="4621739" cy="4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7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Highlight differences between vendor agreements, highlighting liability shifts and payment terms.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21512" y="6290779"/>
            <a:ext cx="11553750" cy="563442"/>
          </a:xfrm>
          <a:custGeom>
            <a:avLst/>
            <a:gdLst/>
            <a:ahLst/>
            <a:cxnLst/>
            <a:rect l="l" t="t" r="r" b="b"/>
            <a:pathLst>
              <a:path w="11553750" h="563442">
                <a:moveTo>
                  <a:pt x="79581" y="0"/>
                </a:moveTo>
                <a:lnTo>
                  <a:pt x="11474170" y="0"/>
                </a:lnTo>
                <a:cubicBezTo>
                  <a:pt x="11518121" y="0"/>
                  <a:pt x="11553750" y="35629"/>
                  <a:pt x="11553750" y="79581"/>
                </a:cubicBezTo>
                <a:lnTo>
                  <a:pt x="11553750" y="483862"/>
                </a:lnTo>
                <a:cubicBezTo>
                  <a:pt x="11553750" y="527813"/>
                  <a:pt x="11518121" y="563442"/>
                  <a:pt x="11474170" y="563442"/>
                </a:cubicBezTo>
                <a:lnTo>
                  <a:pt x="79581" y="563442"/>
                </a:lnTo>
                <a:cubicBezTo>
                  <a:pt x="35629" y="563442"/>
                  <a:pt x="0" y="527813"/>
                  <a:pt x="0" y="483862"/>
                </a:cubicBezTo>
                <a:lnTo>
                  <a:pt x="0" y="79581"/>
                </a:lnTo>
                <a:cubicBezTo>
                  <a:pt x="0" y="35629"/>
                  <a:pt x="35629" y="0"/>
                  <a:pt x="79581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40315" y="6491323"/>
            <a:ext cx="119373" cy="159164"/>
          </a:xfrm>
          <a:custGeom>
            <a:avLst/>
            <a:gdLst/>
            <a:ahLst/>
            <a:cxnLst/>
            <a:rect l="l" t="t" r="r" b="b"/>
            <a:pathLst>
              <a:path w="119373" h="159164">
                <a:moveTo>
                  <a:pt x="91053" y="119373"/>
                </a:moveTo>
                <a:cubicBezTo>
                  <a:pt x="93323" y="112441"/>
                  <a:pt x="97861" y="106161"/>
                  <a:pt x="102991" y="100752"/>
                </a:cubicBezTo>
                <a:cubicBezTo>
                  <a:pt x="113156" y="90059"/>
                  <a:pt x="119373" y="75603"/>
                  <a:pt x="119373" y="59687"/>
                </a:cubicBezTo>
                <a:cubicBezTo>
                  <a:pt x="119373" y="26735"/>
                  <a:pt x="92639" y="0"/>
                  <a:pt x="59687" y="0"/>
                </a:cubicBezTo>
                <a:cubicBezTo>
                  <a:pt x="26735" y="0"/>
                  <a:pt x="0" y="26735"/>
                  <a:pt x="0" y="59687"/>
                </a:cubicBezTo>
                <a:cubicBezTo>
                  <a:pt x="0" y="75603"/>
                  <a:pt x="6217" y="90059"/>
                  <a:pt x="16383" y="100752"/>
                </a:cubicBezTo>
                <a:cubicBezTo>
                  <a:pt x="21512" y="106161"/>
                  <a:pt x="26082" y="112441"/>
                  <a:pt x="28320" y="119373"/>
                </a:cubicBezTo>
                <a:lnTo>
                  <a:pt x="91022" y="119373"/>
                </a:lnTo>
                <a:close/>
                <a:moveTo>
                  <a:pt x="89530" y="134295"/>
                </a:moveTo>
                <a:lnTo>
                  <a:pt x="29843" y="134295"/>
                </a:lnTo>
                <a:lnTo>
                  <a:pt x="29843" y="139269"/>
                </a:lnTo>
                <a:cubicBezTo>
                  <a:pt x="29843" y="153009"/>
                  <a:pt x="40972" y="164138"/>
                  <a:pt x="54713" y="164138"/>
                </a:cubicBezTo>
                <a:lnTo>
                  <a:pt x="64661" y="164138"/>
                </a:lnTo>
                <a:cubicBezTo>
                  <a:pt x="78401" y="164138"/>
                  <a:pt x="89530" y="153009"/>
                  <a:pt x="89530" y="139269"/>
                </a:cubicBezTo>
                <a:lnTo>
                  <a:pt x="89530" y="134295"/>
                </a:lnTo>
                <a:close/>
                <a:moveTo>
                  <a:pt x="57200" y="34817"/>
                </a:moveTo>
                <a:cubicBezTo>
                  <a:pt x="44827" y="34817"/>
                  <a:pt x="34817" y="44827"/>
                  <a:pt x="34817" y="57200"/>
                </a:cubicBezTo>
                <a:cubicBezTo>
                  <a:pt x="34817" y="61334"/>
                  <a:pt x="31491" y="64661"/>
                  <a:pt x="27356" y="64661"/>
                </a:cubicBezTo>
                <a:cubicBezTo>
                  <a:pt x="23222" y="64661"/>
                  <a:pt x="19896" y="61334"/>
                  <a:pt x="19896" y="57200"/>
                </a:cubicBezTo>
                <a:cubicBezTo>
                  <a:pt x="19896" y="36589"/>
                  <a:pt x="36589" y="19896"/>
                  <a:pt x="57200" y="19896"/>
                </a:cubicBezTo>
                <a:cubicBezTo>
                  <a:pt x="61334" y="19896"/>
                  <a:pt x="64661" y="23222"/>
                  <a:pt x="64661" y="27356"/>
                </a:cubicBezTo>
                <a:cubicBezTo>
                  <a:pt x="64661" y="31491"/>
                  <a:pt x="61334" y="34817"/>
                  <a:pt x="57200" y="34817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5" name="Text 32"/>
          <p:cNvSpPr/>
          <p:nvPr/>
        </p:nvSpPr>
        <p:spPr>
          <a:xfrm>
            <a:off x="692893" y="6453125"/>
            <a:ext cx="11059813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Language:</a:t>
            </a:r>
            <a:pPr algn="ctr">
              <a:lnSpc>
                <a:spcPct val="130000"/>
              </a:lnSpc>
            </a:pPr>
            <a:r>
              <a:rPr lang="en-US" sz="1253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Users ask questions in plain English—no query syntax or technical knowledge required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472" y="342472"/>
            <a:ext cx="428090" cy="428090"/>
          </a:xfrm>
          <a:custGeom>
            <a:avLst/>
            <a:gdLst/>
            <a:ahLst/>
            <a:cxnLst/>
            <a:rect l="l" t="t" r="r" b="b"/>
            <a:pathLst>
              <a:path w="428090" h="428090">
                <a:moveTo>
                  <a:pt x="85618" y="0"/>
                </a:moveTo>
                <a:lnTo>
                  <a:pt x="342472" y="0"/>
                </a:lnTo>
                <a:cubicBezTo>
                  <a:pt x="389757" y="0"/>
                  <a:pt x="428090" y="38332"/>
                  <a:pt x="428090" y="85618"/>
                </a:cubicBezTo>
                <a:lnTo>
                  <a:pt x="428090" y="342472"/>
                </a:lnTo>
                <a:cubicBezTo>
                  <a:pt x="428090" y="389757"/>
                  <a:pt x="389757" y="428090"/>
                  <a:pt x="342472" y="428090"/>
                </a:cubicBezTo>
                <a:lnTo>
                  <a:pt x="85618" y="428090"/>
                </a:lnTo>
                <a:cubicBezTo>
                  <a:pt x="38332" y="428090"/>
                  <a:pt x="0" y="389757"/>
                  <a:pt x="0" y="342472"/>
                </a:cubicBezTo>
                <a:lnTo>
                  <a:pt x="0" y="85618"/>
                </a:lnTo>
                <a:cubicBezTo>
                  <a:pt x="0" y="38332"/>
                  <a:pt x="38332" y="0"/>
                  <a:pt x="85618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9662" y="462337"/>
            <a:ext cx="192640" cy="192640"/>
          </a:xfrm>
          <a:custGeom>
            <a:avLst/>
            <a:gdLst/>
            <a:ahLst/>
            <a:cxnLst/>
            <a:rect l="l" t="t" r="r" b="b"/>
            <a:pathLst>
              <a:path w="192640" h="192640">
                <a:moveTo>
                  <a:pt x="96320" y="0"/>
                </a:moveTo>
                <a:cubicBezTo>
                  <a:pt x="98051" y="0"/>
                  <a:pt x="99782" y="376"/>
                  <a:pt x="101362" y="1091"/>
                </a:cubicBezTo>
                <a:lnTo>
                  <a:pt x="172248" y="31154"/>
                </a:lnTo>
                <a:cubicBezTo>
                  <a:pt x="180525" y="34653"/>
                  <a:pt x="186696" y="42817"/>
                  <a:pt x="186658" y="52675"/>
                </a:cubicBezTo>
                <a:cubicBezTo>
                  <a:pt x="186470" y="89999"/>
                  <a:pt x="171119" y="158289"/>
                  <a:pt x="106291" y="189329"/>
                </a:cubicBezTo>
                <a:cubicBezTo>
                  <a:pt x="100007" y="192339"/>
                  <a:pt x="92708" y="192339"/>
                  <a:pt x="86425" y="189329"/>
                </a:cubicBezTo>
                <a:cubicBezTo>
                  <a:pt x="21559" y="158289"/>
                  <a:pt x="6246" y="89999"/>
                  <a:pt x="6058" y="52675"/>
                </a:cubicBezTo>
                <a:cubicBezTo>
                  <a:pt x="6020" y="42817"/>
                  <a:pt x="12191" y="34653"/>
                  <a:pt x="20468" y="31154"/>
                </a:cubicBezTo>
                <a:lnTo>
                  <a:pt x="91316" y="1091"/>
                </a:lnTo>
                <a:cubicBezTo>
                  <a:pt x="92896" y="376"/>
                  <a:pt x="94589" y="0"/>
                  <a:pt x="96320" y="0"/>
                </a:cubicBezTo>
                <a:close/>
                <a:moveTo>
                  <a:pt x="96320" y="25134"/>
                </a:moveTo>
                <a:lnTo>
                  <a:pt x="96320" y="167394"/>
                </a:lnTo>
                <a:cubicBezTo>
                  <a:pt x="148243" y="142260"/>
                  <a:pt x="162202" y="86575"/>
                  <a:pt x="162540" y="53239"/>
                </a:cubicBezTo>
                <a:lnTo>
                  <a:pt x="96320" y="25171"/>
                </a:lnTo>
                <a:lnTo>
                  <a:pt x="96320" y="25171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98989" y="428090"/>
            <a:ext cx="2089079" cy="256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spc="67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SECURITY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472" y="856180"/>
            <a:ext cx="11763910" cy="51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45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Compliance Integration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897" y="1630166"/>
            <a:ext cx="7044647" cy="5015501"/>
          </a:xfrm>
          <a:custGeom>
            <a:avLst/>
            <a:gdLst/>
            <a:ahLst/>
            <a:cxnLst/>
            <a:rect l="l" t="t" r="r" b="b"/>
            <a:pathLst>
              <a:path w="7044647" h="5015501">
                <a:moveTo>
                  <a:pt x="128447" y="0"/>
                </a:moveTo>
                <a:lnTo>
                  <a:pt x="6916200" y="0"/>
                </a:lnTo>
                <a:cubicBezTo>
                  <a:pt x="6987140" y="0"/>
                  <a:pt x="7044647" y="57508"/>
                  <a:pt x="7044647" y="128447"/>
                </a:cubicBezTo>
                <a:lnTo>
                  <a:pt x="7044647" y="4887054"/>
                </a:lnTo>
                <a:cubicBezTo>
                  <a:pt x="7044647" y="4957993"/>
                  <a:pt x="6987140" y="5015501"/>
                  <a:pt x="6916200" y="5015501"/>
                </a:cubicBezTo>
                <a:lnTo>
                  <a:pt x="128447" y="5015501"/>
                </a:lnTo>
                <a:cubicBezTo>
                  <a:pt x="57508" y="5015501"/>
                  <a:pt x="0" y="4957993"/>
                  <a:pt x="0" y="4887054"/>
                </a:cubicBezTo>
                <a:lnTo>
                  <a:pt x="0" y="128447"/>
                </a:lnTo>
                <a:cubicBezTo>
                  <a:pt x="0" y="57555"/>
                  <a:pt x="57555" y="0"/>
                  <a:pt x="128447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1793" y="1976061"/>
            <a:ext cx="684944" cy="684944"/>
          </a:xfrm>
          <a:custGeom>
            <a:avLst/>
            <a:gdLst/>
            <a:ahLst/>
            <a:cxnLst/>
            <a:rect l="l" t="t" r="r" b="b"/>
            <a:pathLst>
              <a:path w="684944" h="684944">
                <a:moveTo>
                  <a:pt x="128427" y="0"/>
                </a:moveTo>
                <a:lnTo>
                  <a:pt x="556517" y="0"/>
                </a:lnTo>
                <a:cubicBezTo>
                  <a:pt x="627445" y="0"/>
                  <a:pt x="684944" y="57499"/>
                  <a:pt x="684944" y="128427"/>
                </a:cubicBezTo>
                <a:lnTo>
                  <a:pt x="684944" y="556517"/>
                </a:lnTo>
                <a:cubicBezTo>
                  <a:pt x="684944" y="627445"/>
                  <a:pt x="627445" y="684944"/>
                  <a:pt x="556517" y="684944"/>
                </a:cubicBezTo>
                <a:lnTo>
                  <a:pt x="128427" y="684944"/>
                </a:lnTo>
                <a:cubicBezTo>
                  <a:pt x="57499" y="684944"/>
                  <a:pt x="0" y="627445"/>
                  <a:pt x="0" y="556517"/>
                </a:cubicBezTo>
                <a:lnTo>
                  <a:pt x="0" y="128427"/>
                </a:lnTo>
                <a:cubicBezTo>
                  <a:pt x="0" y="57499"/>
                  <a:pt x="57499" y="0"/>
                  <a:pt x="128427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94333" y="2160140"/>
            <a:ext cx="280934" cy="321067"/>
          </a:xfrm>
          <a:custGeom>
            <a:avLst/>
            <a:gdLst/>
            <a:ahLst/>
            <a:cxnLst/>
            <a:rect l="l" t="t" r="r" b="b"/>
            <a:pathLst>
              <a:path w="280934" h="321067">
                <a:moveTo>
                  <a:pt x="40133" y="20067"/>
                </a:moveTo>
                <a:cubicBezTo>
                  <a:pt x="17997" y="20067"/>
                  <a:pt x="0" y="38064"/>
                  <a:pt x="0" y="60200"/>
                </a:cubicBezTo>
                <a:lnTo>
                  <a:pt x="0" y="100334"/>
                </a:lnTo>
                <a:cubicBezTo>
                  <a:pt x="0" y="122470"/>
                  <a:pt x="17997" y="140467"/>
                  <a:pt x="40133" y="140467"/>
                </a:cubicBezTo>
                <a:lnTo>
                  <a:pt x="240801" y="140467"/>
                </a:lnTo>
                <a:cubicBezTo>
                  <a:pt x="262937" y="140467"/>
                  <a:pt x="280934" y="122470"/>
                  <a:pt x="280934" y="100334"/>
                </a:cubicBezTo>
                <a:lnTo>
                  <a:pt x="280934" y="60200"/>
                </a:lnTo>
                <a:cubicBezTo>
                  <a:pt x="280934" y="38064"/>
                  <a:pt x="262937" y="20067"/>
                  <a:pt x="240801" y="20067"/>
                </a:cubicBezTo>
                <a:lnTo>
                  <a:pt x="40133" y="20067"/>
                </a:lnTo>
                <a:close/>
                <a:moveTo>
                  <a:pt x="175584" y="65217"/>
                </a:moveTo>
                <a:cubicBezTo>
                  <a:pt x="183890" y="65217"/>
                  <a:pt x="190634" y="71961"/>
                  <a:pt x="190634" y="80267"/>
                </a:cubicBezTo>
                <a:cubicBezTo>
                  <a:pt x="190634" y="88573"/>
                  <a:pt x="183890" y="95317"/>
                  <a:pt x="175584" y="95317"/>
                </a:cubicBezTo>
                <a:cubicBezTo>
                  <a:pt x="167277" y="95317"/>
                  <a:pt x="160534" y="88573"/>
                  <a:pt x="160534" y="80267"/>
                </a:cubicBezTo>
                <a:cubicBezTo>
                  <a:pt x="160534" y="71961"/>
                  <a:pt x="167277" y="65217"/>
                  <a:pt x="175584" y="65217"/>
                </a:cubicBezTo>
                <a:close/>
                <a:moveTo>
                  <a:pt x="210700" y="80267"/>
                </a:moveTo>
                <a:cubicBezTo>
                  <a:pt x="210700" y="71961"/>
                  <a:pt x="217444" y="65217"/>
                  <a:pt x="225751" y="65217"/>
                </a:cubicBezTo>
                <a:cubicBezTo>
                  <a:pt x="234057" y="65217"/>
                  <a:pt x="240801" y="71961"/>
                  <a:pt x="240801" y="80267"/>
                </a:cubicBezTo>
                <a:cubicBezTo>
                  <a:pt x="240801" y="88573"/>
                  <a:pt x="234057" y="95317"/>
                  <a:pt x="225751" y="95317"/>
                </a:cubicBezTo>
                <a:cubicBezTo>
                  <a:pt x="217444" y="95317"/>
                  <a:pt x="210700" y="88573"/>
                  <a:pt x="210700" y="80267"/>
                </a:cubicBezTo>
                <a:close/>
                <a:moveTo>
                  <a:pt x="40133" y="180600"/>
                </a:moveTo>
                <a:cubicBezTo>
                  <a:pt x="17997" y="180600"/>
                  <a:pt x="0" y="198598"/>
                  <a:pt x="0" y="220734"/>
                </a:cubicBezTo>
                <a:lnTo>
                  <a:pt x="0" y="260867"/>
                </a:lnTo>
                <a:cubicBezTo>
                  <a:pt x="0" y="283003"/>
                  <a:pt x="17997" y="301001"/>
                  <a:pt x="40133" y="301001"/>
                </a:cubicBezTo>
                <a:lnTo>
                  <a:pt x="240801" y="301001"/>
                </a:lnTo>
                <a:cubicBezTo>
                  <a:pt x="262937" y="301001"/>
                  <a:pt x="280934" y="283003"/>
                  <a:pt x="280934" y="260867"/>
                </a:cubicBezTo>
                <a:lnTo>
                  <a:pt x="280934" y="220734"/>
                </a:lnTo>
                <a:cubicBezTo>
                  <a:pt x="280934" y="198598"/>
                  <a:pt x="262937" y="180600"/>
                  <a:pt x="240801" y="180600"/>
                </a:cubicBezTo>
                <a:lnTo>
                  <a:pt x="40133" y="180600"/>
                </a:lnTo>
                <a:close/>
                <a:moveTo>
                  <a:pt x="175584" y="225751"/>
                </a:moveTo>
                <a:cubicBezTo>
                  <a:pt x="183890" y="225751"/>
                  <a:pt x="190634" y="232494"/>
                  <a:pt x="190634" y="240801"/>
                </a:cubicBezTo>
                <a:cubicBezTo>
                  <a:pt x="190634" y="249107"/>
                  <a:pt x="183890" y="255851"/>
                  <a:pt x="175584" y="255851"/>
                </a:cubicBezTo>
                <a:cubicBezTo>
                  <a:pt x="167277" y="255851"/>
                  <a:pt x="160534" y="249107"/>
                  <a:pt x="160534" y="240801"/>
                </a:cubicBezTo>
                <a:cubicBezTo>
                  <a:pt x="160534" y="232494"/>
                  <a:pt x="167277" y="225751"/>
                  <a:pt x="175584" y="225751"/>
                </a:cubicBezTo>
                <a:close/>
                <a:moveTo>
                  <a:pt x="210700" y="240801"/>
                </a:moveTo>
                <a:cubicBezTo>
                  <a:pt x="210700" y="232494"/>
                  <a:pt x="217444" y="225751"/>
                  <a:pt x="225751" y="225751"/>
                </a:cubicBezTo>
                <a:cubicBezTo>
                  <a:pt x="234057" y="225751"/>
                  <a:pt x="240801" y="232494"/>
                  <a:pt x="240801" y="240801"/>
                </a:cubicBezTo>
                <a:cubicBezTo>
                  <a:pt x="240801" y="249107"/>
                  <a:pt x="234057" y="255851"/>
                  <a:pt x="225751" y="255851"/>
                </a:cubicBezTo>
                <a:cubicBezTo>
                  <a:pt x="217444" y="255851"/>
                  <a:pt x="210700" y="249107"/>
                  <a:pt x="210700" y="24080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9" name="Text 7"/>
          <p:cNvSpPr/>
          <p:nvPr/>
        </p:nvSpPr>
        <p:spPr>
          <a:xfrm>
            <a:off x="1547973" y="1997466"/>
            <a:ext cx="3054421" cy="385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2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API Storage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47973" y="2382747"/>
            <a:ext cx="2979506" cy="256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REQUIREMENT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1793" y="2917859"/>
            <a:ext cx="6449174" cy="94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7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contract is automatically stored in a compliant external system to meet legal audit requirements and regulatory obligations. No document is ever lost or misplaced.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1793" y="4113835"/>
            <a:ext cx="3090809" cy="1113034"/>
          </a:xfrm>
          <a:custGeom>
            <a:avLst/>
            <a:gdLst/>
            <a:ahLst/>
            <a:cxnLst/>
            <a:rect l="l" t="t" r="r" b="b"/>
            <a:pathLst>
              <a:path w="3090809" h="1113034">
                <a:moveTo>
                  <a:pt x="85615" y="0"/>
                </a:moveTo>
                <a:lnTo>
                  <a:pt x="3005194" y="0"/>
                </a:lnTo>
                <a:cubicBezTo>
                  <a:pt x="3052478" y="0"/>
                  <a:pt x="3090809" y="38331"/>
                  <a:pt x="3090809" y="85615"/>
                </a:cubicBezTo>
                <a:lnTo>
                  <a:pt x="3090809" y="1027419"/>
                </a:lnTo>
                <a:cubicBezTo>
                  <a:pt x="3090809" y="1074703"/>
                  <a:pt x="3052478" y="1113034"/>
                  <a:pt x="3005194" y="1113034"/>
                </a:cubicBezTo>
                <a:lnTo>
                  <a:pt x="85615" y="1113034"/>
                </a:lnTo>
                <a:cubicBezTo>
                  <a:pt x="38331" y="1113034"/>
                  <a:pt x="0" y="1074703"/>
                  <a:pt x="0" y="1027419"/>
                </a:cubicBezTo>
                <a:lnTo>
                  <a:pt x="0" y="85615"/>
                </a:lnTo>
                <a:cubicBezTo>
                  <a:pt x="0" y="38363"/>
                  <a:pt x="38363" y="0"/>
                  <a:pt x="8561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4434" y="4327880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85618" y="171236"/>
                </a:moveTo>
                <a:cubicBezTo>
                  <a:pt x="132872" y="171236"/>
                  <a:pt x="171236" y="132872"/>
                  <a:pt x="171236" y="85618"/>
                </a:cubicBezTo>
                <a:cubicBezTo>
                  <a:pt x="171236" y="38364"/>
                  <a:pt x="132872" y="0"/>
                  <a:pt x="85618" y="0"/>
                </a:cubicBezTo>
                <a:cubicBezTo>
                  <a:pt x="38364" y="0"/>
                  <a:pt x="0" y="38364"/>
                  <a:pt x="0" y="85618"/>
                </a:cubicBezTo>
                <a:cubicBezTo>
                  <a:pt x="0" y="132872"/>
                  <a:pt x="38364" y="171236"/>
                  <a:pt x="85618" y="171236"/>
                </a:cubicBezTo>
                <a:close/>
                <a:moveTo>
                  <a:pt x="113845" y="71136"/>
                </a:moveTo>
                <a:lnTo>
                  <a:pt x="87090" y="113945"/>
                </a:lnTo>
                <a:cubicBezTo>
                  <a:pt x="85685" y="116186"/>
                  <a:pt x="83277" y="117591"/>
                  <a:pt x="80635" y="117725"/>
                </a:cubicBezTo>
                <a:cubicBezTo>
                  <a:pt x="77993" y="117858"/>
                  <a:pt x="75451" y="116654"/>
                  <a:pt x="73879" y="114514"/>
                </a:cubicBezTo>
                <a:lnTo>
                  <a:pt x="57826" y="93110"/>
                </a:lnTo>
                <a:cubicBezTo>
                  <a:pt x="55150" y="89564"/>
                  <a:pt x="55886" y="84548"/>
                  <a:pt x="59431" y="81872"/>
                </a:cubicBezTo>
                <a:cubicBezTo>
                  <a:pt x="62976" y="79197"/>
                  <a:pt x="67993" y="79932"/>
                  <a:pt x="70668" y="83478"/>
                </a:cubicBezTo>
                <a:lnTo>
                  <a:pt x="79698" y="95518"/>
                </a:lnTo>
                <a:lnTo>
                  <a:pt x="100233" y="62642"/>
                </a:lnTo>
                <a:cubicBezTo>
                  <a:pt x="102574" y="58896"/>
                  <a:pt x="107524" y="57725"/>
                  <a:pt x="111303" y="60100"/>
                </a:cubicBezTo>
                <a:cubicBezTo>
                  <a:pt x="115083" y="62474"/>
                  <a:pt x="116220" y="67391"/>
                  <a:pt x="113845" y="7117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692" y="4285071"/>
            <a:ext cx="856180" cy="256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029" y="4627543"/>
            <a:ext cx="2823253" cy="21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history of all contract activities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55551" y="4113835"/>
            <a:ext cx="3090809" cy="1113034"/>
          </a:xfrm>
          <a:custGeom>
            <a:avLst/>
            <a:gdLst/>
            <a:ahLst/>
            <a:cxnLst/>
            <a:rect l="l" t="t" r="r" b="b"/>
            <a:pathLst>
              <a:path w="3090809" h="1113034">
                <a:moveTo>
                  <a:pt x="85615" y="0"/>
                </a:moveTo>
                <a:lnTo>
                  <a:pt x="3005194" y="0"/>
                </a:lnTo>
                <a:cubicBezTo>
                  <a:pt x="3052478" y="0"/>
                  <a:pt x="3090809" y="38331"/>
                  <a:pt x="3090809" y="85615"/>
                </a:cubicBezTo>
                <a:lnTo>
                  <a:pt x="3090809" y="1027419"/>
                </a:lnTo>
                <a:cubicBezTo>
                  <a:pt x="3090809" y="1074703"/>
                  <a:pt x="3052478" y="1113034"/>
                  <a:pt x="3005194" y="1113034"/>
                </a:cubicBezTo>
                <a:lnTo>
                  <a:pt x="85615" y="1113034"/>
                </a:lnTo>
                <a:cubicBezTo>
                  <a:pt x="38331" y="1113034"/>
                  <a:pt x="0" y="1074703"/>
                  <a:pt x="0" y="1027419"/>
                </a:cubicBezTo>
                <a:lnTo>
                  <a:pt x="0" y="85615"/>
                </a:lnTo>
                <a:cubicBezTo>
                  <a:pt x="0" y="38363"/>
                  <a:pt x="38363" y="0"/>
                  <a:pt x="8561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148191" y="4327880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85618" y="171236"/>
                </a:moveTo>
                <a:cubicBezTo>
                  <a:pt x="132872" y="171236"/>
                  <a:pt x="171236" y="132872"/>
                  <a:pt x="171236" y="85618"/>
                </a:cubicBezTo>
                <a:cubicBezTo>
                  <a:pt x="171236" y="38364"/>
                  <a:pt x="132872" y="0"/>
                  <a:pt x="85618" y="0"/>
                </a:cubicBezTo>
                <a:cubicBezTo>
                  <a:pt x="38364" y="0"/>
                  <a:pt x="0" y="38364"/>
                  <a:pt x="0" y="85618"/>
                </a:cubicBezTo>
                <a:cubicBezTo>
                  <a:pt x="0" y="132872"/>
                  <a:pt x="38364" y="171236"/>
                  <a:pt x="85618" y="171236"/>
                </a:cubicBezTo>
                <a:close/>
                <a:moveTo>
                  <a:pt x="113845" y="71136"/>
                </a:moveTo>
                <a:lnTo>
                  <a:pt x="87090" y="113945"/>
                </a:lnTo>
                <a:cubicBezTo>
                  <a:pt x="85685" y="116186"/>
                  <a:pt x="83277" y="117591"/>
                  <a:pt x="80635" y="117725"/>
                </a:cubicBezTo>
                <a:cubicBezTo>
                  <a:pt x="77993" y="117858"/>
                  <a:pt x="75451" y="116654"/>
                  <a:pt x="73879" y="114514"/>
                </a:cubicBezTo>
                <a:lnTo>
                  <a:pt x="57826" y="93110"/>
                </a:lnTo>
                <a:cubicBezTo>
                  <a:pt x="55150" y="89564"/>
                  <a:pt x="55886" y="84548"/>
                  <a:pt x="59431" y="81872"/>
                </a:cubicBezTo>
                <a:cubicBezTo>
                  <a:pt x="62976" y="79197"/>
                  <a:pt x="67993" y="79932"/>
                  <a:pt x="70668" y="83478"/>
                </a:cubicBezTo>
                <a:lnTo>
                  <a:pt x="79698" y="95518"/>
                </a:lnTo>
                <a:lnTo>
                  <a:pt x="100233" y="62642"/>
                </a:lnTo>
                <a:cubicBezTo>
                  <a:pt x="102574" y="58896"/>
                  <a:pt x="107524" y="57725"/>
                  <a:pt x="111303" y="60100"/>
                </a:cubicBezTo>
                <a:cubicBezTo>
                  <a:pt x="115083" y="62474"/>
                  <a:pt x="116220" y="67391"/>
                  <a:pt x="113845" y="7117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8" name="Text 16"/>
          <p:cNvSpPr/>
          <p:nvPr/>
        </p:nvSpPr>
        <p:spPr>
          <a:xfrm>
            <a:off x="4426449" y="4285071"/>
            <a:ext cx="1840787" cy="256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Compliance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26787" y="4627543"/>
            <a:ext cx="2823253" cy="42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Meets industry-specific storage requirements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1793" y="5398105"/>
            <a:ext cx="3090809" cy="898989"/>
          </a:xfrm>
          <a:custGeom>
            <a:avLst/>
            <a:gdLst/>
            <a:ahLst/>
            <a:cxnLst/>
            <a:rect l="l" t="t" r="r" b="b"/>
            <a:pathLst>
              <a:path w="3090809" h="898989">
                <a:moveTo>
                  <a:pt x="85620" y="0"/>
                </a:moveTo>
                <a:lnTo>
                  <a:pt x="3005189" y="0"/>
                </a:lnTo>
                <a:cubicBezTo>
                  <a:pt x="3052476" y="0"/>
                  <a:pt x="3090809" y="38333"/>
                  <a:pt x="3090809" y="85620"/>
                </a:cubicBezTo>
                <a:lnTo>
                  <a:pt x="3090809" y="813369"/>
                </a:lnTo>
                <a:cubicBezTo>
                  <a:pt x="3090809" y="860656"/>
                  <a:pt x="3052476" y="898989"/>
                  <a:pt x="3005189" y="898989"/>
                </a:cubicBezTo>
                <a:lnTo>
                  <a:pt x="85620" y="898989"/>
                </a:lnTo>
                <a:cubicBezTo>
                  <a:pt x="38333" y="898989"/>
                  <a:pt x="0" y="860656"/>
                  <a:pt x="0" y="813369"/>
                </a:cubicBezTo>
                <a:lnTo>
                  <a:pt x="0" y="85620"/>
                </a:lnTo>
                <a:cubicBezTo>
                  <a:pt x="0" y="38365"/>
                  <a:pt x="38365" y="0"/>
                  <a:pt x="8562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84434" y="5612150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85618" y="171236"/>
                </a:moveTo>
                <a:cubicBezTo>
                  <a:pt x="132872" y="171236"/>
                  <a:pt x="171236" y="132872"/>
                  <a:pt x="171236" y="85618"/>
                </a:cubicBezTo>
                <a:cubicBezTo>
                  <a:pt x="171236" y="38364"/>
                  <a:pt x="132872" y="0"/>
                  <a:pt x="85618" y="0"/>
                </a:cubicBezTo>
                <a:cubicBezTo>
                  <a:pt x="38364" y="0"/>
                  <a:pt x="0" y="38364"/>
                  <a:pt x="0" y="85618"/>
                </a:cubicBezTo>
                <a:cubicBezTo>
                  <a:pt x="0" y="132872"/>
                  <a:pt x="38364" y="171236"/>
                  <a:pt x="85618" y="171236"/>
                </a:cubicBezTo>
                <a:close/>
                <a:moveTo>
                  <a:pt x="113845" y="71136"/>
                </a:moveTo>
                <a:lnTo>
                  <a:pt x="87090" y="113945"/>
                </a:lnTo>
                <a:cubicBezTo>
                  <a:pt x="85685" y="116186"/>
                  <a:pt x="83277" y="117591"/>
                  <a:pt x="80635" y="117725"/>
                </a:cubicBezTo>
                <a:cubicBezTo>
                  <a:pt x="77993" y="117858"/>
                  <a:pt x="75451" y="116654"/>
                  <a:pt x="73879" y="114514"/>
                </a:cubicBezTo>
                <a:lnTo>
                  <a:pt x="57826" y="93110"/>
                </a:lnTo>
                <a:cubicBezTo>
                  <a:pt x="55150" y="89564"/>
                  <a:pt x="55886" y="84548"/>
                  <a:pt x="59431" y="81872"/>
                </a:cubicBezTo>
                <a:cubicBezTo>
                  <a:pt x="62976" y="79197"/>
                  <a:pt x="67993" y="79932"/>
                  <a:pt x="70668" y="83478"/>
                </a:cubicBezTo>
                <a:lnTo>
                  <a:pt x="79698" y="95518"/>
                </a:lnTo>
                <a:lnTo>
                  <a:pt x="100233" y="62642"/>
                </a:lnTo>
                <a:cubicBezTo>
                  <a:pt x="102574" y="58896"/>
                  <a:pt x="107524" y="57725"/>
                  <a:pt x="111303" y="60100"/>
                </a:cubicBezTo>
                <a:cubicBezTo>
                  <a:pt x="115083" y="62474"/>
                  <a:pt x="116220" y="67391"/>
                  <a:pt x="113845" y="7117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2" name="Text 20"/>
          <p:cNvSpPr/>
          <p:nvPr/>
        </p:nvSpPr>
        <p:spPr>
          <a:xfrm>
            <a:off x="1162692" y="5569341"/>
            <a:ext cx="1198652" cy="256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Retention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029" y="5911813"/>
            <a:ext cx="2823253" cy="21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retention policy enforcement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55551" y="5398105"/>
            <a:ext cx="3090809" cy="898989"/>
          </a:xfrm>
          <a:custGeom>
            <a:avLst/>
            <a:gdLst/>
            <a:ahLst/>
            <a:cxnLst/>
            <a:rect l="l" t="t" r="r" b="b"/>
            <a:pathLst>
              <a:path w="3090809" h="898989">
                <a:moveTo>
                  <a:pt x="85620" y="0"/>
                </a:moveTo>
                <a:lnTo>
                  <a:pt x="3005189" y="0"/>
                </a:lnTo>
                <a:cubicBezTo>
                  <a:pt x="3052476" y="0"/>
                  <a:pt x="3090809" y="38333"/>
                  <a:pt x="3090809" y="85620"/>
                </a:cubicBezTo>
                <a:lnTo>
                  <a:pt x="3090809" y="813369"/>
                </a:lnTo>
                <a:cubicBezTo>
                  <a:pt x="3090809" y="860656"/>
                  <a:pt x="3052476" y="898989"/>
                  <a:pt x="3005189" y="898989"/>
                </a:cubicBezTo>
                <a:lnTo>
                  <a:pt x="85620" y="898989"/>
                </a:lnTo>
                <a:cubicBezTo>
                  <a:pt x="38333" y="898989"/>
                  <a:pt x="0" y="860656"/>
                  <a:pt x="0" y="813369"/>
                </a:cubicBezTo>
                <a:lnTo>
                  <a:pt x="0" y="85620"/>
                </a:lnTo>
                <a:cubicBezTo>
                  <a:pt x="0" y="38365"/>
                  <a:pt x="38365" y="0"/>
                  <a:pt x="8562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148191" y="5612150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85618" y="171236"/>
                </a:moveTo>
                <a:cubicBezTo>
                  <a:pt x="132872" y="171236"/>
                  <a:pt x="171236" y="132872"/>
                  <a:pt x="171236" y="85618"/>
                </a:cubicBezTo>
                <a:cubicBezTo>
                  <a:pt x="171236" y="38364"/>
                  <a:pt x="132872" y="0"/>
                  <a:pt x="85618" y="0"/>
                </a:cubicBezTo>
                <a:cubicBezTo>
                  <a:pt x="38364" y="0"/>
                  <a:pt x="0" y="38364"/>
                  <a:pt x="0" y="85618"/>
                </a:cubicBezTo>
                <a:cubicBezTo>
                  <a:pt x="0" y="132872"/>
                  <a:pt x="38364" y="171236"/>
                  <a:pt x="85618" y="171236"/>
                </a:cubicBezTo>
                <a:close/>
                <a:moveTo>
                  <a:pt x="113845" y="71136"/>
                </a:moveTo>
                <a:lnTo>
                  <a:pt x="87090" y="113945"/>
                </a:lnTo>
                <a:cubicBezTo>
                  <a:pt x="85685" y="116186"/>
                  <a:pt x="83277" y="117591"/>
                  <a:pt x="80635" y="117725"/>
                </a:cubicBezTo>
                <a:cubicBezTo>
                  <a:pt x="77993" y="117858"/>
                  <a:pt x="75451" y="116654"/>
                  <a:pt x="73879" y="114514"/>
                </a:cubicBezTo>
                <a:lnTo>
                  <a:pt x="57826" y="93110"/>
                </a:lnTo>
                <a:cubicBezTo>
                  <a:pt x="55150" y="89564"/>
                  <a:pt x="55886" y="84548"/>
                  <a:pt x="59431" y="81872"/>
                </a:cubicBezTo>
                <a:cubicBezTo>
                  <a:pt x="62976" y="79197"/>
                  <a:pt x="67993" y="79932"/>
                  <a:pt x="70668" y="83478"/>
                </a:cubicBezTo>
                <a:lnTo>
                  <a:pt x="79698" y="95518"/>
                </a:lnTo>
                <a:lnTo>
                  <a:pt x="100233" y="62642"/>
                </a:lnTo>
                <a:cubicBezTo>
                  <a:pt x="102574" y="58896"/>
                  <a:pt x="107524" y="57725"/>
                  <a:pt x="111303" y="60100"/>
                </a:cubicBezTo>
                <a:cubicBezTo>
                  <a:pt x="115083" y="62474"/>
                  <a:pt x="116220" y="67391"/>
                  <a:pt x="113845" y="7117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6" name="Text 24"/>
          <p:cNvSpPr/>
          <p:nvPr/>
        </p:nvSpPr>
        <p:spPr>
          <a:xfrm>
            <a:off x="4426449" y="5569341"/>
            <a:ext cx="1438382" cy="256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eDiscovery Ready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26787" y="5911813"/>
            <a:ext cx="2823253" cy="21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legal discovery processes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43290" y="1630166"/>
            <a:ext cx="4099389" cy="3029164"/>
          </a:xfrm>
          <a:custGeom>
            <a:avLst/>
            <a:gdLst/>
            <a:ahLst/>
            <a:cxnLst/>
            <a:rect l="l" t="t" r="r" b="b"/>
            <a:pathLst>
              <a:path w="4099389" h="3029164">
                <a:moveTo>
                  <a:pt x="128437" y="0"/>
                </a:moveTo>
                <a:lnTo>
                  <a:pt x="3970952" y="0"/>
                </a:lnTo>
                <a:cubicBezTo>
                  <a:pt x="4041886" y="0"/>
                  <a:pt x="4099389" y="57503"/>
                  <a:pt x="4099389" y="128437"/>
                </a:cubicBezTo>
                <a:lnTo>
                  <a:pt x="4099389" y="2900727"/>
                </a:lnTo>
                <a:cubicBezTo>
                  <a:pt x="4099389" y="2971661"/>
                  <a:pt x="4041886" y="3029164"/>
                  <a:pt x="3970952" y="3029164"/>
                </a:cubicBezTo>
                <a:lnTo>
                  <a:pt x="128437" y="3029164"/>
                </a:lnTo>
                <a:cubicBezTo>
                  <a:pt x="57503" y="3029164"/>
                  <a:pt x="0" y="2971661"/>
                  <a:pt x="0" y="2900727"/>
                </a:cubicBezTo>
                <a:lnTo>
                  <a:pt x="0" y="128437"/>
                </a:lnTo>
                <a:cubicBezTo>
                  <a:pt x="0" y="57550"/>
                  <a:pt x="57550" y="0"/>
                  <a:pt x="128437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3568" y="1890443"/>
            <a:ext cx="513708" cy="513708"/>
          </a:xfrm>
          <a:custGeom>
            <a:avLst/>
            <a:gdLst/>
            <a:ahLst/>
            <a:cxnLst/>
            <a:rect l="l" t="t" r="r" b="b"/>
            <a:pathLst>
              <a:path w="513708" h="513708">
                <a:moveTo>
                  <a:pt x="128427" y="0"/>
                </a:moveTo>
                <a:lnTo>
                  <a:pt x="385281" y="0"/>
                </a:lnTo>
                <a:cubicBezTo>
                  <a:pt x="456162" y="0"/>
                  <a:pt x="513708" y="57546"/>
                  <a:pt x="513708" y="128427"/>
                </a:cubicBezTo>
                <a:lnTo>
                  <a:pt x="513708" y="385281"/>
                </a:lnTo>
                <a:cubicBezTo>
                  <a:pt x="513708" y="456162"/>
                  <a:pt x="456162" y="513708"/>
                  <a:pt x="385281" y="513708"/>
                </a:cubicBezTo>
                <a:lnTo>
                  <a:pt x="128427" y="513708"/>
                </a:lnTo>
                <a:cubicBezTo>
                  <a:pt x="57546" y="513708"/>
                  <a:pt x="0" y="456162"/>
                  <a:pt x="0" y="385281"/>
                </a:cubicBezTo>
                <a:lnTo>
                  <a:pt x="0" y="128427"/>
                </a:lnTo>
                <a:cubicBezTo>
                  <a:pt x="0" y="57546"/>
                  <a:pt x="57546" y="0"/>
                  <a:pt x="128427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179085" y="2040275"/>
            <a:ext cx="160534" cy="214045"/>
          </a:xfrm>
          <a:custGeom>
            <a:avLst/>
            <a:gdLst/>
            <a:ahLst/>
            <a:cxnLst/>
            <a:rect l="l" t="t" r="r" b="b"/>
            <a:pathLst>
              <a:path w="160534" h="214045">
                <a:moveTo>
                  <a:pt x="53511" y="40133"/>
                </a:moveTo>
                <a:lnTo>
                  <a:pt x="53511" y="66889"/>
                </a:lnTo>
                <a:lnTo>
                  <a:pt x="107022" y="66889"/>
                </a:lnTo>
                <a:lnTo>
                  <a:pt x="107022" y="40133"/>
                </a:lnTo>
                <a:cubicBezTo>
                  <a:pt x="107022" y="25376"/>
                  <a:pt x="95024" y="13378"/>
                  <a:pt x="80267" y="13378"/>
                </a:cubicBezTo>
                <a:cubicBezTo>
                  <a:pt x="65509" y="13378"/>
                  <a:pt x="53511" y="25376"/>
                  <a:pt x="53511" y="40133"/>
                </a:cubicBezTo>
                <a:close/>
                <a:moveTo>
                  <a:pt x="26756" y="66889"/>
                </a:moveTo>
                <a:lnTo>
                  <a:pt x="26756" y="40133"/>
                </a:lnTo>
                <a:cubicBezTo>
                  <a:pt x="26756" y="10577"/>
                  <a:pt x="50710" y="-13378"/>
                  <a:pt x="80267" y="-13378"/>
                </a:cubicBezTo>
                <a:cubicBezTo>
                  <a:pt x="109823" y="-13378"/>
                  <a:pt x="133778" y="10577"/>
                  <a:pt x="133778" y="40133"/>
                </a:cubicBezTo>
                <a:lnTo>
                  <a:pt x="133778" y="66889"/>
                </a:lnTo>
                <a:cubicBezTo>
                  <a:pt x="148535" y="66889"/>
                  <a:pt x="160534" y="78887"/>
                  <a:pt x="160534" y="93645"/>
                </a:cubicBezTo>
                <a:lnTo>
                  <a:pt x="160534" y="187289"/>
                </a:lnTo>
                <a:cubicBezTo>
                  <a:pt x="160534" y="202047"/>
                  <a:pt x="148535" y="214045"/>
                  <a:pt x="133778" y="214045"/>
                </a:cubicBezTo>
                <a:lnTo>
                  <a:pt x="26756" y="214045"/>
                </a:lnTo>
                <a:cubicBezTo>
                  <a:pt x="11998" y="214045"/>
                  <a:pt x="0" y="202047"/>
                  <a:pt x="0" y="187289"/>
                </a:cubicBezTo>
                <a:lnTo>
                  <a:pt x="0" y="93645"/>
                </a:lnTo>
                <a:cubicBezTo>
                  <a:pt x="0" y="78887"/>
                  <a:pt x="11998" y="66889"/>
                  <a:pt x="26756" y="6688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1" name="Text 29"/>
          <p:cNvSpPr/>
          <p:nvPr/>
        </p:nvSpPr>
        <p:spPr>
          <a:xfrm>
            <a:off x="8645703" y="1997466"/>
            <a:ext cx="1656708" cy="299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5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Fail-Safe Design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03568" y="2575387"/>
            <a:ext cx="3664449" cy="83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8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with redundancy and error recovery to ensure no data loss occurs during processing or storage operations.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32197" y="3615646"/>
            <a:ext cx="131103" cy="149831"/>
          </a:xfrm>
          <a:custGeom>
            <a:avLst/>
            <a:gdLst/>
            <a:ahLst/>
            <a:cxnLst/>
            <a:rect l="l" t="t" r="r" b="b"/>
            <a:pathLst>
              <a:path w="131103" h="149831">
                <a:moveTo>
                  <a:pt x="127240" y="20514"/>
                </a:moveTo>
                <a:cubicBezTo>
                  <a:pt x="131424" y="23557"/>
                  <a:pt x="132361" y="29410"/>
                  <a:pt x="129317" y="33595"/>
                </a:cubicBezTo>
                <a:lnTo>
                  <a:pt x="54402" y="136604"/>
                </a:lnTo>
                <a:cubicBezTo>
                  <a:pt x="52792" y="138828"/>
                  <a:pt x="50305" y="140204"/>
                  <a:pt x="47554" y="140438"/>
                </a:cubicBezTo>
                <a:cubicBezTo>
                  <a:pt x="44803" y="140672"/>
                  <a:pt x="42140" y="139648"/>
                  <a:pt x="40209" y="137716"/>
                </a:cubicBezTo>
                <a:lnTo>
                  <a:pt x="2751" y="100258"/>
                </a:lnTo>
                <a:cubicBezTo>
                  <a:pt x="-907" y="96600"/>
                  <a:pt x="-907" y="90660"/>
                  <a:pt x="2751" y="87002"/>
                </a:cubicBezTo>
                <a:cubicBezTo>
                  <a:pt x="6409" y="83344"/>
                  <a:pt x="12349" y="83344"/>
                  <a:pt x="16007" y="87002"/>
                </a:cubicBezTo>
                <a:lnTo>
                  <a:pt x="45710" y="116705"/>
                </a:lnTo>
                <a:lnTo>
                  <a:pt x="114188" y="22563"/>
                </a:lnTo>
                <a:cubicBezTo>
                  <a:pt x="117231" y="18378"/>
                  <a:pt x="123084" y="17441"/>
                  <a:pt x="127269" y="20485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4" name="Text 32"/>
          <p:cNvSpPr/>
          <p:nvPr/>
        </p:nvSpPr>
        <p:spPr>
          <a:xfrm>
            <a:off x="8276476" y="3581398"/>
            <a:ext cx="1350624" cy="21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backups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32197" y="3915308"/>
            <a:ext cx="131103" cy="149831"/>
          </a:xfrm>
          <a:custGeom>
            <a:avLst/>
            <a:gdLst/>
            <a:ahLst/>
            <a:cxnLst/>
            <a:rect l="l" t="t" r="r" b="b"/>
            <a:pathLst>
              <a:path w="131103" h="149831">
                <a:moveTo>
                  <a:pt x="127240" y="20514"/>
                </a:moveTo>
                <a:cubicBezTo>
                  <a:pt x="131424" y="23557"/>
                  <a:pt x="132361" y="29410"/>
                  <a:pt x="129317" y="33595"/>
                </a:cubicBezTo>
                <a:lnTo>
                  <a:pt x="54402" y="136604"/>
                </a:lnTo>
                <a:cubicBezTo>
                  <a:pt x="52792" y="138828"/>
                  <a:pt x="50305" y="140204"/>
                  <a:pt x="47554" y="140438"/>
                </a:cubicBezTo>
                <a:cubicBezTo>
                  <a:pt x="44803" y="140672"/>
                  <a:pt x="42140" y="139648"/>
                  <a:pt x="40209" y="137716"/>
                </a:cubicBezTo>
                <a:lnTo>
                  <a:pt x="2751" y="100258"/>
                </a:lnTo>
                <a:cubicBezTo>
                  <a:pt x="-907" y="96600"/>
                  <a:pt x="-907" y="90660"/>
                  <a:pt x="2751" y="87002"/>
                </a:cubicBezTo>
                <a:cubicBezTo>
                  <a:pt x="6409" y="83344"/>
                  <a:pt x="12349" y="83344"/>
                  <a:pt x="16007" y="87002"/>
                </a:cubicBezTo>
                <a:lnTo>
                  <a:pt x="45710" y="116705"/>
                </a:lnTo>
                <a:lnTo>
                  <a:pt x="114188" y="22563"/>
                </a:lnTo>
                <a:cubicBezTo>
                  <a:pt x="117231" y="18378"/>
                  <a:pt x="123084" y="17441"/>
                  <a:pt x="127269" y="20485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6" name="Text 34"/>
          <p:cNvSpPr/>
          <p:nvPr/>
        </p:nvSpPr>
        <p:spPr>
          <a:xfrm>
            <a:off x="8276476" y="3881061"/>
            <a:ext cx="1008152" cy="21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recovery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32197" y="4214971"/>
            <a:ext cx="131103" cy="149831"/>
          </a:xfrm>
          <a:custGeom>
            <a:avLst/>
            <a:gdLst/>
            <a:ahLst/>
            <a:cxnLst/>
            <a:rect l="l" t="t" r="r" b="b"/>
            <a:pathLst>
              <a:path w="131103" h="149831">
                <a:moveTo>
                  <a:pt x="127240" y="20514"/>
                </a:moveTo>
                <a:cubicBezTo>
                  <a:pt x="131424" y="23557"/>
                  <a:pt x="132361" y="29410"/>
                  <a:pt x="129317" y="33595"/>
                </a:cubicBezTo>
                <a:lnTo>
                  <a:pt x="54402" y="136604"/>
                </a:lnTo>
                <a:cubicBezTo>
                  <a:pt x="52792" y="138828"/>
                  <a:pt x="50305" y="140204"/>
                  <a:pt x="47554" y="140438"/>
                </a:cubicBezTo>
                <a:cubicBezTo>
                  <a:pt x="44803" y="140672"/>
                  <a:pt x="42140" y="139648"/>
                  <a:pt x="40209" y="137716"/>
                </a:cubicBezTo>
                <a:lnTo>
                  <a:pt x="2751" y="100258"/>
                </a:lnTo>
                <a:cubicBezTo>
                  <a:pt x="-907" y="96600"/>
                  <a:pt x="-907" y="90660"/>
                  <a:pt x="2751" y="87002"/>
                </a:cubicBezTo>
                <a:cubicBezTo>
                  <a:pt x="6409" y="83344"/>
                  <a:pt x="12349" y="83344"/>
                  <a:pt x="16007" y="87002"/>
                </a:cubicBezTo>
                <a:lnTo>
                  <a:pt x="45710" y="116705"/>
                </a:lnTo>
                <a:lnTo>
                  <a:pt x="114188" y="22563"/>
                </a:lnTo>
                <a:cubicBezTo>
                  <a:pt x="117231" y="18378"/>
                  <a:pt x="123084" y="17441"/>
                  <a:pt x="127269" y="20485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8" name="Text 36"/>
          <p:cNvSpPr/>
          <p:nvPr/>
        </p:nvSpPr>
        <p:spPr>
          <a:xfrm>
            <a:off x="8276476" y="4180724"/>
            <a:ext cx="1384871" cy="21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logging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43290" y="4875949"/>
            <a:ext cx="4099389" cy="1505164"/>
          </a:xfrm>
          <a:custGeom>
            <a:avLst/>
            <a:gdLst/>
            <a:ahLst/>
            <a:cxnLst/>
            <a:rect l="l" t="t" r="r" b="b"/>
            <a:pathLst>
              <a:path w="4099389" h="1505164">
                <a:moveTo>
                  <a:pt x="128421" y="0"/>
                </a:moveTo>
                <a:lnTo>
                  <a:pt x="3970968" y="0"/>
                </a:lnTo>
                <a:cubicBezTo>
                  <a:pt x="4041893" y="0"/>
                  <a:pt x="4099389" y="57496"/>
                  <a:pt x="4099389" y="128421"/>
                </a:cubicBezTo>
                <a:lnTo>
                  <a:pt x="4099389" y="1376743"/>
                </a:lnTo>
                <a:cubicBezTo>
                  <a:pt x="4099389" y="1447668"/>
                  <a:pt x="4041893" y="1505164"/>
                  <a:pt x="3970968" y="1505164"/>
                </a:cubicBezTo>
                <a:lnTo>
                  <a:pt x="128421" y="1505164"/>
                </a:lnTo>
                <a:cubicBezTo>
                  <a:pt x="57543" y="1505164"/>
                  <a:pt x="0" y="1447621"/>
                  <a:pt x="0" y="1376743"/>
                </a:cubicBezTo>
                <a:lnTo>
                  <a:pt x="0" y="128421"/>
                </a:lnTo>
                <a:cubicBezTo>
                  <a:pt x="0" y="57543"/>
                  <a:pt x="57543" y="0"/>
                  <a:pt x="128421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21762" y="5157630"/>
            <a:ext cx="288961" cy="256854"/>
          </a:xfrm>
          <a:custGeom>
            <a:avLst/>
            <a:gdLst/>
            <a:ahLst/>
            <a:cxnLst/>
            <a:rect l="l" t="t" r="r" b="b"/>
            <a:pathLst>
              <a:path w="288961" h="256854">
                <a:moveTo>
                  <a:pt x="119999" y="-4013"/>
                </a:moveTo>
                <a:cubicBezTo>
                  <a:pt x="116939" y="-7124"/>
                  <a:pt x="112474" y="-8378"/>
                  <a:pt x="108260" y="-7224"/>
                </a:cubicBezTo>
                <a:cubicBezTo>
                  <a:pt x="104046" y="-6070"/>
                  <a:pt x="100785" y="-2809"/>
                  <a:pt x="99732" y="1405"/>
                </a:cubicBezTo>
                <a:lnTo>
                  <a:pt x="92056" y="31605"/>
                </a:lnTo>
                <a:cubicBezTo>
                  <a:pt x="91504" y="33812"/>
                  <a:pt x="89247" y="35117"/>
                  <a:pt x="87090" y="34465"/>
                </a:cubicBezTo>
                <a:lnTo>
                  <a:pt x="57090" y="26037"/>
                </a:lnTo>
                <a:cubicBezTo>
                  <a:pt x="52876" y="24833"/>
                  <a:pt x="48361" y="26037"/>
                  <a:pt x="45301" y="29097"/>
                </a:cubicBezTo>
                <a:cubicBezTo>
                  <a:pt x="42240" y="32157"/>
                  <a:pt x="41036" y="36672"/>
                  <a:pt x="42240" y="40886"/>
                </a:cubicBezTo>
                <a:lnTo>
                  <a:pt x="50719" y="70886"/>
                </a:lnTo>
                <a:cubicBezTo>
                  <a:pt x="51321" y="73043"/>
                  <a:pt x="50016" y="75300"/>
                  <a:pt x="47859" y="75852"/>
                </a:cubicBezTo>
                <a:lnTo>
                  <a:pt x="17609" y="83528"/>
                </a:lnTo>
                <a:cubicBezTo>
                  <a:pt x="13395" y="84581"/>
                  <a:pt x="10084" y="87892"/>
                  <a:pt x="8930" y="92106"/>
                </a:cubicBezTo>
                <a:cubicBezTo>
                  <a:pt x="7776" y="96320"/>
                  <a:pt x="9030" y="100785"/>
                  <a:pt x="12140" y="103845"/>
                </a:cubicBezTo>
                <a:lnTo>
                  <a:pt x="34465" y="125567"/>
                </a:lnTo>
                <a:cubicBezTo>
                  <a:pt x="36070" y="127123"/>
                  <a:pt x="36070" y="129731"/>
                  <a:pt x="34465" y="131337"/>
                </a:cubicBezTo>
                <a:lnTo>
                  <a:pt x="12191" y="153059"/>
                </a:lnTo>
                <a:cubicBezTo>
                  <a:pt x="9080" y="156119"/>
                  <a:pt x="7826" y="160584"/>
                  <a:pt x="8980" y="164798"/>
                </a:cubicBezTo>
                <a:cubicBezTo>
                  <a:pt x="10134" y="169012"/>
                  <a:pt x="13445" y="172273"/>
                  <a:pt x="17659" y="173376"/>
                </a:cubicBezTo>
                <a:lnTo>
                  <a:pt x="47859" y="181052"/>
                </a:lnTo>
                <a:cubicBezTo>
                  <a:pt x="50066" y="181604"/>
                  <a:pt x="51371" y="183861"/>
                  <a:pt x="50719" y="186018"/>
                </a:cubicBezTo>
                <a:lnTo>
                  <a:pt x="42240" y="215968"/>
                </a:lnTo>
                <a:cubicBezTo>
                  <a:pt x="41036" y="220182"/>
                  <a:pt x="42240" y="224697"/>
                  <a:pt x="45301" y="227757"/>
                </a:cubicBezTo>
                <a:cubicBezTo>
                  <a:pt x="48361" y="230817"/>
                  <a:pt x="52876" y="232021"/>
                  <a:pt x="57090" y="230817"/>
                </a:cubicBezTo>
                <a:lnTo>
                  <a:pt x="87090" y="222339"/>
                </a:lnTo>
                <a:cubicBezTo>
                  <a:pt x="89247" y="221737"/>
                  <a:pt x="91504" y="223042"/>
                  <a:pt x="92056" y="225199"/>
                </a:cubicBezTo>
                <a:lnTo>
                  <a:pt x="99732" y="255399"/>
                </a:lnTo>
                <a:cubicBezTo>
                  <a:pt x="100785" y="259613"/>
                  <a:pt x="104096" y="262924"/>
                  <a:pt x="108310" y="264078"/>
                </a:cubicBezTo>
                <a:cubicBezTo>
                  <a:pt x="112524" y="265232"/>
                  <a:pt x="116989" y="263978"/>
                  <a:pt x="120049" y="260867"/>
                </a:cubicBezTo>
                <a:lnTo>
                  <a:pt x="141771" y="238543"/>
                </a:lnTo>
                <a:cubicBezTo>
                  <a:pt x="143327" y="236938"/>
                  <a:pt x="145935" y="236938"/>
                  <a:pt x="147541" y="238543"/>
                </a:cubicBezTo>
                <a:lnTo>
                  <a:pt x="169213" y="260867"/>
                </a:lnTo>
                <a:cubicBezTo>
                  <a:pt x="172273" y="263978"/>
                  <a:pt x="176738" y="265232"/>
                  <a:pt x="180952" y="264078"/>
                </a:cubicBezTo>
                <a:cubicBezTo>
                  <a:pt x="185166" y="262924"/>
                  <a:pt x="188426" y="259613"/>
                  <a:pt x="189530" y="255399"/>
                </a:cubicBezTo>
                <a:lnTo>
                  <a:pt x="197206" y="225249"/>
                </a:lnTo>
                <a:cubicBezTo>
                  <a:pt x="197757" y="223042"/>
                  <a:pt x="200015" y="221737"/>
                  <a:pt x="202172" y="222389"/>
                </a:cubicBezTo>
                <a:lnTo>
                  <a:pt x="232172" y="230868"/>
                </a:lnTo>
                <a:cubicBezTo>
                  <a:pt x="236386" y="232072"/>
                  <a:pt x="240901" y="230868"/>
                  <a:pt x="243961" y="227807"/>
                </a:cubicBezTo>
                <a:cubicBezTo>
                  <a:pt x="247021" y="224747"/>
                  <a:pt x="248225" y="220232"/>
                  <a:pt x="247021" y="216018"/>
                </a:cubicBezTo>
                <a:lnTo>
                  <a:pt x="238543" y="186018"/>
                </a:lnTo>
                <a:cubicBezTo>
                  <a:pt x="237941" y="183861"/>
                  <a:pt x="239245" y="181604"/>
                  <a:pt x="241403" y="181052"/>
                </a:cubicBezTo>
                <a:lnTo>
                  <a:pt x="271603" y="173376"/>
                </a:lnTo>
                <a:cubicBezTo>
                  <a:pt x="275817" y="172323"/>
                  <a:pt x="279128" y="169012"/>
                  <a:pt x="280282" y="164798"/>
                </a:cubicBezTo>
                <a:cubicBezTo>
                  <a:pt x="281436" y="160584"/>
                  <a:pt x="280181" y="156069"/>
                  <a:pt x="277071" y="153059"/>
                </a:cubicBezTo>
                <a:lnTo>
                  <a:pt x="254747" y="131337"/>
                </a:lnTo>
                <a:cubicBezTo>
                  <a:pt x="253142" y="129781"/>
                  <a:pt x="253142" y="127173"/>
                  <a:pt x="254747" y="125567"/>
                </a:cubicBezTo>
                <a:lnTo>
                  <a:pt x="277071" y="103845"/>
                </a:lnTo>
                <a:cubicBezTo>
                  <a:pt x="280181" y="100785"/>
                  <a:pt x="281436" y="96320"/>
                  <a:pt x="280282" y="92106"/>
                </a:cubicBezTo>
                <a:cubicBezTo>
                  <a:pt x="279128" y="87892"/>
                  <a:pt x="275817" y="84631"/>
                  <a:pt x="271603" y="83528"/>
                </a:cubicBezTo>
                <a:lnTo>
                  <a:pt x="241403" y="75852"/>
                </a:lnTo>
                <a:cubicBezTo>
                  <a:pt x="239195" y="75300"/>
                  <a:pt x="237891" y="73043"/>
                  <a:pt x="238543" y="70886"/>
                </a:cubicBezTo>
                <a:lnTo>
                  <a:pt x="247021" y="40886"/>
                </a:lnTo>
                <a:cubicBezTo>
                  <a:pt x="248225" y="36672"/>
                  <a:pt x="247021" y="32157"/>
                  <a:pt x="243961" y="29097"/>
                </a:cubicBezTo>
                <a:cubicBezTo>
                  <a:pt x="240901" y="26037"/>
                  <a:pt x="236386" y="24833"/>
                  <a:pt x="232172" y="26037"/>
                </a:cubicBezTo>
                <a:lnTo>
                  <a:pt x="202172" y="34515"/>
                </a:lnTo>
                <a:cubicBezTo>
                  <a:pt x="200015" y="35117"/>
                  <a:pt x="197757" y="33812"/>
                  <a:pt x="197206" y="31655"/>
                </a:cubicBezTo>
                <a:lnTo>
                  <a:pt x="189530" y="1405"/>
                </a:lnTo>
                <a:cubicBezTo>
                  <a:pt x="188477" y="-2809"/>
                  <a:pt x="185166" y="-6120"/>
                  <a:pt x="180952" y="-7274"/>
                </a:cubicBezTo>
                <a:cubicBezTo>
                  <a:pt x="176738" y="-8428"/>
                  <a:pt x="172273" y="-7174"/>
                  <a:pt x="169213" y="-4064"/>
                </a:cubicBezTo>
                <a:lnTo>
                  <a:pt x="147490" y="18311"/>
                </a:lnTo>
                <a:cubicBezTo>
                  <a:pt x="145935" y="19916"/>
                  <a:pt x="143327" y="19916"/>
                  <a:pt x="141721" y="18311"/>
                </a:cubicBezTo>
                <a:lnTo>
                  <a:pt x="119999" y="-4013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1" name="Text 39"/>
          <p:cNvSpPr/>
          <p:nvPr/>
        </p:nvSpPr>
        <p:spPr>
          <a:xfrm>
            <a:off x="8453063" y="5136226"/>
            <a:ext cx="1517579" cy="299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7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Grade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03568" y="5564316"/>
            <a:ext cx="3664449" cy="556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8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to meet the security and compliance standards of Fortune 500 organizations.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5337" y="325337"/>
            <a:ext cx="406671" cy="406671"/>
          </a:xfrm>
          <a:custGeom>
            <a:avLst/>
            <a:gdLst/>
            <a:ahLst/>
            <a:cxnLst/>
            <a:rect l="l" t="t" r="r" b="b"/>
            <a:pathLst>
              <a:path w="406671" h="406671">
                <a:moveTo>
                  <a:pt x="81334" y="0"/>
                </a:moveTo>
                <a:lnTo>
                  <a:pt x="325337" y="0"/>
                </a:lnTo>
                <a:cubicBezTo>
                  <a:pt x="370226" y="0"/>
                  <a:pt x="406671" y="36445"/>
                  <a:pt x="406671" y="81334"/>
                </a:cubicBezTo>
                <a:lnTo>
                  <a:pt x="406671" y="325337"/>
                </a:lnTo>
                <a:cubicBezTo>
                  <a:pt x="406671" y="370257"/>
                  <a:pt x="370257" y="406671"/>
                  <a:pt x="325337" y="406671"/>
                </a:cubicBezTo>
                <a:lnTo>
                  <a:pt x="81334" y="406671"/>
                </a:lnTo>
                <a:cubicBezTo>
                  <a:pt x="36445" y="406671"/>
                  <a:pt x="0" y="370226"/>
                  <a:pt x="0" y="325337"/>
                </a:cubicBezTo>
                <a:lnTo>
                  <a:pt x="0" y="81334"/>
                </a:lnTo>
                <a:cubicBezTo>
                  <a:pt x="0" y="36415"/>
                  <a:pt x="36415" y="0"/>
                  <a:pt x="81334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36663" y="439205"/>
            <a:ext cx="183002" cy="183002"/>
          </a:xfrm>
          <a:custGeom>
            <a:avLst/>
            <a:gdLst/>
            <a:ahLst/>
            <a:cxnLst/>
            <a:rect l="l" t="t" r="r" b="b"/>
            <a:pathLst>
              <a:path w="183002" h="183002">
                <a:moveTo>
                  <a:pt x="83101" y="1859"/>
                </a:moveTo>
                <a:cubicBezTo>
                  <a:pt x="88427" y="-608"/>
                  <a:pt x="94575" y="-608"/>
                  <a:pt x="99901" y="1859"/>
                </a:cubicBezTo>
                <a:lnTo>
                  <a:pt x="178034" y="37959"/>
                </a:lnTo>
                <a:cubicBezTo>
                  <a:pt x="181072" y="39353"/>
                  <a:pt x="183002" y="42391"/>
                  <a:pt x="183002" y="45751"/>
                </a:cubicBezTo>
                <a:cubicBezTo>
                  <a:pt x="183002" y="49110"/>
                  <a:pt x="181072" y="52148"/>
                  <a:pt x="178034" y="53542"/>
                </a:cubicBezTo>
                <a:lnTo>
                  <a:pt x="99901" y="89642"/>
                </a:lnTo>
                <a:cubicBezTo>
                  <a:pt x="94575" y="92109"/>
                  <a:pt x="88427" y="92109"/>
                  <a:pt x="83101" y="89642"/>
                </a:cubicBezTo>
                <a:lnTo>
                  <a:pt x="4968" y="53542"/>
                </a:lnTo>
                <a:cubicBezTo>
                  <a:pt x="1930" y="52113"/>
                  <a:pt x="0" y="49075"/>
                  <a:pt x="0" y="45751"/>
                </a:cubicBezTo>
                <a:cubicBezTo>
                  <a:pt x="0" y="42426"/>
                  <a:pt x="1930" y="39353"/>
                  <a:pt x="4968" y="37959"/>
                </a:cubicBezTo>
                <a:lnTo>
                  <a:pt x="83101" y="1859"/>
                </a:lnTo>
                <a:close/>
                <a:moveTo>
                  <a:pt x="17192" y="78062"/>
                </a:moveTo>
                <a:lnTo>
                  <a:pt x="75917" y="105190"/>
                </a:lnTo>
                <a:cubicBezTo>
                  <a:pt x="85818" y="109765"/>
                  <a:pt x="97220" y="109765"/>
                  <a:pt x="107121" y="105190"/>
                </a:cubicBezTo>
                <a:lnTo>
                  <a:pt x="165846" y="78062"/>
                </a:lnTo>
                <a:lnTo>
                  <a:pt x="178034" y="83709"/>
                </a:lnTo>
                <a:cubicBezTo>
                  <a:pt x="181072" y="85103"/>
                  <a:pt x="183002" y="88141"/>
                  <a:pt x="183002" y="91501"/>
                </a:cubicBezTo>
                <a:cubicBezTo>
                  <a:pt x="183002" y="94861"/>
                  <a:pt x="181072" y="97899"/>
                  <a:pt x="178034" y="99293"/>
                </a:cubicBezTo>
                <a:lnTo>
                  <a:pt x="99901" y="135393"/>
                </a:lnTo>
                <a:cubicBezTo>
                  <a:pt x="94575" y="137859"/>
                  <a:pt x="88427" y="137859"/>
                  <a:pt x="83101" y="135393"/>
                </a:cubicBezTo>
                <a:lnTo>
                  <a:pt x="4968" y="99293"/>
                </a:lnTo>
                <a:cubicBezTo>
                  <a:pt x="1930" y="97863"/>
                  <a:pt x="0" y="94825"/>
                  <a:pt x="0" y="91501"/>
                </a:cubicBezTo>
                <a:cubicBezTo>
                  <a:pt x="0" y="88177"/>
                  <a:pt x="1930" y="85103"/>
                  <a:pt x="4968" y="83709"/>
                </a:cubicBezTo>
                <a:lnTo>
                  <a:pt x="17156" y="78062"/>
                </a:lnTo>
                <a:close/>
                <a:moveTo>
                  <a:pt x="4968" y="129460"/>
                </a:moveTo>
                <a:lnTo>
                  <a:pt x="17156" y="123812"/>
                </a:lnTo>
                <a:lnTo>
                  <a:pt x="75881" y="150941"/>
                </a:lnTo>
                <a:cubicBezTo>
                  <a:pt x="85782" y="155516"/>
                  <a:pt x="97184" y="155516"/>
                  <a:pt x="107085" y="150941"/>
                </a:cubicBezTo>
                <a:lnTo>
                  <a:pt x="165810" y="123812"/>
                </a:lnTo>
                <a:lnTo>
                  <a:pt x="177998" y="129460"/>
                </a:lnTo>
                <a:cubicBezTo>
                  <a:pt x="181036" y="130854"/>
                  <a:pt x="182966" y="133892"/>
                  <a:pt x="182966" y="137252"/>
                </a:cubicBezTo>
                <a:cubicBezTo>
                  <a:pt x="182966" y="140611"/>
                  <a:pt x="181036" y="143649"/>
                  <a:pt x="177998" y="145043"/>
                </a:cubicBezTo>
                <a:lnTo>
                  <a:pt x="99865" y="181143"/>
                </a:lnTo>
                <a:cubicBezTo>
                  <a:pt x="94539" y="183610"/>
                  <a:pt x="88391" y="183610"/>
                  <a:pt x="83066" y="181143"/>
                </a:cubicBezTo>
                <a:lnTo>
                  <a:pt x="4968" y="145043"/>
                </a:lnTo>
                <a:cubicBezTo>
                  <a:pt x="1930" y="143614"/>
                  <a:pt x="0" y="140576"/>
                  <a:pt x="0" y="137252"/>
                </a:cubicBezTo>
                <a:cubicBezTo>
                  <a:pt x="0" y="133927"/>
                  <a:pt x="1930" y="130854"/>
                  <a:pt x="4968" y="12946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54009" y="406671"/>
            <a:ext cx="1594151" cy="244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spc="64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5337" y="813342"/>
            <a:ext cx="11785329" cy="48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43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5337" y="1382682"/>
            <a:ext cx="11642994" cy="28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architecture designed for cloud migration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8590" y="1914608"/>
            <a:ext cx="5642968" cy="1511190"/>
          </a:xfrm>
          <a:custGeom>
            <a:avLst/>
            <a:gdLst/>
            <a:ahLst/>
            <a:cxnLst/>
            <a:rect l="l" t="t" r="r" b="b"/>
            <a:pathLst>
              <a:path w="5642968" h="1511190">
                <a:moveTo>
                  <a:pt x="121998" y="0"/>
                </a:moveTo>
                <a:lnTo>
                  <a:pt x="5520970" y="0"/>
                </a:lnTo>
                <a:cubicBezTo>
                  <a:pt x="5588348" y="0"/>
                  <a:pt x="5642968" y="54621"/>
                  <a:pt x="5642968" y="121998"/>
                </a:cubicBezTo>
                <a:lnTo>
                  <a:pt x="5642968" y="1389192"/>
                </a:lnTo>
                <a:cubicBezTo>
                  <a:pt x="5642968" y="1456569"/>
                  <a:pt x="5588348" y="1511190"/>
                  <a:pt x="5520970" y="1511190"/>
                </a:cubicBezTo>
                <a:lnTo>
                  <a:pt x="121998" y="1511190"/>
                </a:lnTo>
                <a:cubicBezTo>
                  <a:pt x="54621" y="1511190"/>
                  <a:pt x="0" y="1456569"/>
                  <a:pt x="0" y="1389192"/>
                </a:cubicBezTo>
                <a:lnTo>
                  <a:pt x="0" y="121998"/>
                </a:lnTo>
                <a:cubicBezTo>
                  <a:pt x="0" y="54666"/>
                  <a:pt x="54666" y="0"/>
                  <a:pt x="121998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5179" y="2344864"/>
            <a:ext cx="650674" cy="650674"/>
          </a:xfrm>
          <a:custGeom>
            <a:avLst/>
            <a:gdLst/>
            <a:ahLst/>
            <a:cxnLst/>
            <a:rect l="l" t="t" r="r" b="b"/>
            <a:pathLst>
              <a:path w="650674" h="650674">
                <a:moveTo>
                  <a:pt x="122001" y="0"/>
                </a:moveTo>
                <a:lnTo>
                  <a:pt x="528672" y="0"/>
                </a:lnTo>
                <a:cubicBezTo>
                  <a:pt x="596052" y="0"/>
                  <a:pt x="650674" y="54622"/>
                  <a:pt x="650674" y="122001"/>
                </a:cubicBezTo>
                <a:lnTo>
                  <a:pt x="650674" y="528672"/>
                </a:lnTo>
                <a:cubicBezTo>
                  <a:pt x="650674" y="596052"/>
                  <a:pt x="596052" y="650674"/>
                  <a:pt x="528672" y="650674"/>
                </a:cubicBezTo>
                <a:lnTo>
                  <a:pt x="122001" y="650674"/>
                </a:lnTo>
                <a:cubicBezTo>
                  <a:pt x="54622" y="650674"/>
                  <a:pt x="0" y="596052"/>
                  <a:pt x="0" y="528672"/>
                </a:cubicBezTo>
                <a:lnTo>
                  <a:pt x="0" y="122001"/>
                </a:lnTo>
                <a:cubicBezTo>
                  <a:pt x="0" y="54667"/>
                  <a:pt x="54667" y="0"/>
                  <a:pt x="122001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5798" y="2548200"/>
            <a:ext cx="213502" cy="244003"/>
          </a:xfrm>
          <a:custGeom>
            <a:avLst/>
            <a:gdLst/>
            <a:ahLst/>
            <a:cxnLst/>
            <a:rect l="l" t="t" r="r" b="b"/>
            <a:pathLst>
              <a:path w="213502" h="244003">
                <a:moveTo>
                  <a:pt x="161461" y="-4718"/>
                </a:moveTo>
                <a:cubicBezTo>
                  <a:pt x="167132" y="-620"/>
                  <a:pt x="169229" y="6815"/>
                  <a:pt x="166656" y="13296"/>
                </a:cubicBezTo>
                <a:lnTo>
                  <a:pt x="129293" y="106751"/>
                </a:lnTo>
                <a:lnTo>
                  <a:pt x="198252" y="106751"/>
                </a:lnTo>
                <a:cubicBezTo>
                  <a:pt x="204686" y="106751"/>
                  <a:pt x="210405" y="110754"/>
                  <a:pt x="212597" y="116807"/>
                </a:cubicBezTo>
                <a:cubicBezTo>
                  <a:pt x="214789" y="122859"/>
                  <a:pt x="212930" y="129626"/>
                  <a:pt x="208022" y="133725"/>
                </a:cubicBezTo>
                <a:lnTo>
                  <a:pt x="70770" y="248101"/>
                </a:lnTo>
                <a:cubicBezTo>
                  <a:pt x="65385" y="252581"/>
                  <a:pt x="57712" y="252819"/>
                  <a:pt x="52041" y="248721"/>
                </a:cubicBezTo>
                <a:cubicBezTo>
                  <a:pt x="46370" y="244622"/>
                  <a:pt x="44273" y="237188"/>
                  <a:pt x="46847" y="230706"/>
                </a:cubicBezTo>
                <a:lnTo>
                  <a:pt x="84210" y="137252"/>
                </a:lnTo>
                <a:lnTo>
                  <a:pt x="15250" y="137252"/>
                </a:lnTo>
                <a:cubicBezTo>
                  <a:pt x="8817" y="137252"/>
                  <a:pt x="3098" y="133248"/>
                  <a:pt x="905" y="127196"/>
                </a:cubicBezTo>
                <a:cubicBezTo>
                  <a:pt x="-1287" y="121144"/>
                  <a:pt x="572" y="114376"/>
                  <a:pt x="5481" y="110278"/>
                </a:cubicBezTo>
                <a:lnTo>
                  <a:pt x="142732" y="-4098"/>
                </a:lnTo>
                <a:cubicBezTo>
                  <a:pt x="148117" y="-8578"/>
                  <a:pt x="155790" y="-8817"/>
                  <a:pt x="161461" y="-471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0" name="Text 8"/>
          <p:cNvSpPr/>
          <p:nvPr/>
        </p:nvSpPr>
        <p:spPr>
          <a:xfrm>
            <a:off x="1389189" y="2121195"/>
            <a:ext cx="4477449" cy="28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1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89189" y="2446532"/>
            <a:ext cx="4446949" cy="20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INFRASTRUCTURE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9189" y="2731202"/>
            <a:ext cx="4457115" cy="48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High-performance Python framework for robust API endpoints and async processing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8590" y="3594977"/>
            <a:ext cx="5642968" cy="1511190"/>
          </a:xfrm>
          <a:custGeom>
            <a:avLst/>
            <a:gdLst/>
            <a:ahLst/>
            <a:cxnLst/>
            <a:rect l="l" t="t" r="r" b="b"/>
            <a:pathLst>
              <a:path w="5642968" h="1511190">
                <a:moveTo>
                  <a:pt x="121998" y="0"/>
                </a:moveTo>
                <a:lnTo>
                  <a:pt x="5520970" y="0"/>
                </a:lnTo>
                <a:cubicBezTo>
                  <a:pt x="5588348" y="0"/>
                  <a:pt x="5642968" y="54621"/>
                  <a:pt x="5642968" y="121998"/>
                </a:cubicBezTo>
                <a:lnTo>
                  <a:pt x="5642968" y="1389192"/>
                </a:lnTo>
                <a:cubicBezTo>
                  <a:pt x="5642968" y="1456569"/>
                  <a:pt x="5588348" y="1511190"/>
                  <a:pt x="5520970" y="1511190"/>
                </a:cubicBezTo>
                <a:lnTo>
                  <a:pt x="121998" y="1511190"/>
                </a:lnTo>
                <a:cubicBezTo>
                  <a:pt x="54621" y="1511190"/>
                  <a:pt x="0" y="1456569"/>
                  <a:pt x="0" y="1389192"/>
                </a:cubicBezTo>
                <a:lnTo>
                  <a:pt x="0" y="121998"/>
                </a:lnTo>
                <a:cubicBezTo>
                  <a:pt x="0" y="54666"/>
                  <a:pt x="54666" y="0"/>
                  <a:pt x="121998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5179" y="4025234"/>
            <a:ext cx="650674" cy="650674"/>
          </a:xfrm>
          <a:custGeom>
            <a:avLst/>
            <a:gdLst/>
            <a:ahLst/>
            <a:cxnLst/>
            <a:rect l="l" t="t" r="r" b="b"/>
            <a:pathLst>
              <a:path w="650674" h="650674">
                <a:moveTo>
                  <a:pt x="122001" y="0"/>
                </a:moveTo>
                <a:lnTo>
                  <a:pt x="528672" y="0"/>
                </a:lnTo>
                <a:cubicBezTo>
                  <a:pt x="596052" y="0"/>
                  <a:pt x="650674" y="54622"/>
                  <a:pt x="650674" y="122001"/>
                </a:cubicBezTo>
                <a:lnTo>
                  <a:pt x="650674" y="528672"/>
                </a:lnTo>
                <a:cubicBezTo>
                  <a:pt x="650674" y="596052"/>
                  <a:pt x="596052" y="650674"/>
                  <a:pt x="528672" y="650674"/>
                </a:cubicBezTo>
                <a:lnTo>
                  <a:pt x="122001" y="650674"/>
                </a:lnTo>
                <a:cubicBezTo>
                  <a:pt x="54622" y="650674"/>
                  <a:pt x="0" y="596052"/>
                  <a:pt x="0" y="528672"/>
                </a:cubicBezTo>
                <a:lnTo>
                  <a:pt x="0" y="122001"/>
                </a:lnTo>
                <a:cubicBezTo>
                  <a:pt x="0" y="54667"/>
                  <a:pt x="54667" y="0"/>
                  <a:pt x="122001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5798" y="4228569"/>
            <a:ext cx="213502" cy="244003"/>
          </a:xfrm>
          <a:custGeom>
            <a:avLst/>
            <a:gdLst/>
            <a:ahLst/>
            <a:cxnLst/>
            <a:rect l="l" t="t" r="r" b="b"/>
            <a:pathLst>
              <a:path w="213502" h="244003">
                <a:moveTo>
                  <a:pt x="213502" y="98078"/>
                </a:moveTo>
                <a:cubicBezTo>
                  <a:pt x="206449" y="102748"/>
                  <a:pt x="198347" y="106513"/>
                  <a:pt x="189912" y="109515"/>
                </a:cubicBezTo>
                <a:cubicBezTo>
                  <a:pt x="167514" y="117522"/>
                  <a:pt x="138109" y="122001"/>
                  <a:pt x="106751" y="122001"/>
                </a:cubicBezTo>
                <a:cubicBezTo>
                  <a:pt x="75393" y="122001"/>
                  <a:pt x="45941" y="117474"/>
                  <a:pt x="23590" y="109515"/>
                </a:cubicBezTo>
                <a:cubicBezTo>
                  <a:pt x="15203" y="106513"/>
                  <a:pt x="7053" y="102748"/>
                  <a:pt x="0" y="98078"/>
                </a:cubicBezTo>
                <a:lnTo>
                  <a:pt x="0" y="137252"/>
                </a:lnTo>
                <a:cubicBezTo>
                  <a:pt x="0" y="158316"/>
                  <a:pt x="47800" y="175377"/>
                  <a:pt x="106751" y="175377"/>
                </a:cubicBezTo>
                <a:cubicBezTo>
                  <a:pt x="165703" y="175377"/>
                  <a:pt x="213502" y="158316"/>
                  <a:pt x="213502" y="137252"/>
                </a:cubicBezTo>
                <a:lnTo>
                  <a:pt x="213502" y="98078"/>
                </a:lnTo>
                <a:close/>
                <a:moveTo>
                  <a:pt x="213502" y="61001"/>
                </a:moveTo>
                <a:lnTo>
                  <a:pt x="213502" y="38125"/>
                </a:lnTo>
                <a:cubicBezTo>
                  <a:pt x="213502" y="17061"/>
                  <a:pt x="165703" y="0"/>
                  <a:pt x="106751" y="0"/>
                </a:cubicBezTo>
                <a:cubicBezTo>
                  <a:pt x="47800" y="0"/>
                  <a:pt x="0" y="17061"/>
                  <a:pt x="0" y="38125"/>
                </a:cubicBezTo>
                <a:lnTo>
                  <a:pt x="0" y="61001"/>
                </a:lnTo>
                <a:cubicBezTo>
                  <a:pt x="0" y="82065"/>
                  <a:pt x="47800" y="99126"/>
                  <a:pt x="106751" y="99126"/>
                </a:cubicBezTo>
                <a:cubicBezTo>
                  <a:pt x="165703" y="99126"/>
                  <a:pt x="213502" y="82065"/>
                  <a:pt x="213502" y="61001"/>
                </a:cubicBezTo>
                <a:close/>
                <a:moveTo>
                  <a:pt x="189912" y="185766"/>
                </a:moveTo>
                <a:cubicBezTo>
                  <a:pt x="167561" y="193725"/>
                  <a:pt x="138157" y="198252"/>
                  <a:pt x="106751" y="198252"/>
                </a:cubicBezTo>
                <a:cubicBezTo>
                  <a:pt x="75345" y="198252"/>
                  <a:pt x="45941" y="193725"/>
                  <a:pt x="23590" y="185766"/>
                </a:cubicBezTo>
                <a:cubicBezTo>
                  <a:pt x="15203" y="182764"/>
                  <a:pt x="7053" y="178999"/>
                  <a:pt x="0" y="174328"/>
                </a:cubicBezTo>
                <a:lnTo>
                  <a:pt x="0" y="205877"/>
                </a:lnTo>
                <a:cubicBezTo>
                  <a:pt x="0" y="226942"/>
                  <a:pt x="47800" y="244003"/>
                  <a:pt x="106751" y="244003"/>
                </a:cubicBezTo>
                <a:cubicBezTo>
                  <a:pt x="165703" y="244003"/>
                  <a:pt x="213502" y="226942"/>
                  <a:pt x="213502" y="205877"/>
                </a:cubicBezTo>
                <a:lnTo>
                  <a:pt x="213502" y="174328"/>
                </a:lnTo>
                <a:cubicBezTo>
                  <a:pt x="206449" y="178999"/>
                  <a:pt x="198347" y="182764"/>
                  <a:pt x="189912" y="185766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6" name="Text 14"/>
          <p:cNvSpPr/>
          <p:nvPr/>
        </p:nvSpPr>
        <p:spPr>
          <a:xfrm>
            <a:off x="1389189" y="3801565"/>
            <a:ext cx="4477449" cy="28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1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ChromaDB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89189" y="4126902"/>
            <a:ext cx="4446949" cy="20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STORAGE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9189" y="4411571"/>
            <a:ext cx="4457115" cy="48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vector database for semantic search and document embeddings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8590" y="5275339"/>
            <a:ext cx="5642968" cy="1511190"/>
          </a:xfrm>
          <a:custGeom>
            <a:avLst/>
            <a:gdLst/>
            <a:ahLst/>
            <a:cxnLst/>
            <a:rect l="l" t="t" r="r" b="b"/>
            <a:pathLst>
              <a:path w="5642968" h="1511190">
                <a:moveTo>
                  <a:pt x="121998" y="0"/>
                </a:moveTo>
                <a:lnTo>
                  <a:pt x="5520970" y="0"/>
                </a:lnTo>
                <a:cubicBezTo>
                  <a:pt x="5588348" y="0"/>
                  <a:pt x="5642968" y="54621"/>
                  <a:pt x="5642968" y="121998"/>
                </a:cubicBezTo>
                <a:lnTo>
                  <a:pt x="5642968" y="1389192"/>
                </a:lnTo>
                <a:cubicBezTo>
                  <a:pt x="5642968" y="1456569"/>
                  <a:pt x="5588348" y="1511190"/>
                  <a:pt x="5520970" y="1511190"/>
                </a:cubicBezTo>
                <a:lnTo>
                  <a:pt x="121998" y="1511190"/>
                </a:lnTo>
                <a:cubicBezTo>
                  <a:pt x="54621" y="1511190"/>
                  <a:pt x="0" y="1456569"/>
                  <a:pt x="0" y="1389192"/>
                </a:cubicBezTo>
                <a:lnTo>
                  <a:pt x="0" y="121998"/>
                </a:lnTo>
                <a:cubicBezTo>
                  <a:pt x="0" y="54666"/>
                  <a:pt x="54666" y="0"/>
                  <a:pt x="121998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179" y="5705596"/>
            <a:ext cx="650674" cy="650674"/>
          </a:xfrm>
          <a:custGeom>
            <a:avLst/>
            <a:gdLst/>
            <a:ahLst/>
            <a:cxnLst/>
            <a:rect l="l" t="t" r="r" b="b"/>
            <a:pathLst>
              <a:path w="650674" h="650674">
                <a:moveTo>
                  <a:pt x="122001" y="0"/>
                </a:moveTo>
                <a:lnTo>
                  <a:pt x="528672" y="0"/>
                </a:lnTo>
                <a:cubicBezTo>
                  <a:pt x="596052" y="0"/>
                  <a:pt x="650674" y="54622"/>
                  <a:pt x="650674" y="122001"/>
                </a:cubicBezTo>
                <a:lnTo>
                  <a:pt x="650674" y="528672"/>
                </a:lnTo>
                <a:cubicBezTo>
                  <a:pt x="650674" y="596052"/>
                  <a:pt x="596052" y="650674"/>
                  <a:pt x="528672" y="650674"/>
                </a:cubicBezTo>
                <a:lnTo>
                  <a:pt x="122001" y="650674"/>
                </a:lnTo>
                <a:cubicBezTo>
                  <a:pt x="54622" y="650674"/>
                  <a:pt x="0" y="596052"/>
                  <a:pt x="0" y="528672"/>
                </a:cubicBezTo>
                <a:lnTo>
                  <a:pt x="0" y="122001"/>
                </a:lnTo>
                <a:cubicBezTo>
                  <a:pt x="0" y="54667"/>
                  <a:pt x="54667" y="0"/>
                  <a:pt x="122001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25298" y="5908931"/>
            <a:ext cx="274503" cy="244003"/>
          </a:xfrm>
          <a:custGeom>
            <a:avLst/>
            <a:gdLst/>
            <a:ahLst/>
            <a:cxnLst/>
            <a:rect l="l" t="t" r="r" b="b"/>
            <a:pathLst>
              <a:path w="274503" h="244003">
                <a:moveTo>
                  <a:pt x="137252" y="15250"/>
                </a:moveTo>
                <a:cubicBezTo>
                  <a:pt x="98745" y="15250"/>
                  <a:pt x="67911" y="32788"/>
                  <a:pt x="45465" y="53662"/>
                </a:cubicBezTo>
                <a:cubicBezTo>
                  <a:pt x="23161" y="74392"/>
                  <a:pt x="8245" y="99126"/>
                  <a:pt x="1144" y="116140"/>
                </a:cubicBezTo>
                <a:cubicBezTo>
                  <a:pt x="-429" y="119904"/>
                  <a:pt x="-429" y="124098"/>
                  <a:pt x="1144" y="127863"/>
                </a:cubicBezTo>
                <a:cubicBezTo>
                  <a:pt x="8245" y="144877"/>
                  <a:pt x="23161" y="169658"/>
                  <a:pt x="45465" y="190341"/>
                </a:cubicBezTo>
                <a:cubicBezTo>
                  <a:pt x="67911" y="211167"/>
                  <a:pt x="98745" y="228753"/>
                  <a:pt x="137252" y="228753"/>
                </a:cubicBezTo>
                <a:cubicBezTo>
                  <a:pt x="175758" y="228753"/>
                  <a:pt x="206592" y="211215"/>
                  <a:pt x="229038" y="190341"/>
                </a:cubicBezTo>
                <a:cubicBezTo>
                  <a:pt x="251342" y="169610"/>
                  <a:pt x="266258" y="144877"/>
                  <a:pt x="273359" y="127863"/>
                </a:cubicBezTo>
                <a:cubicBezTo>
                  <a:pt x="274932" y="124098"/>
                  <a:pt x="274932" y="119904"/>
                  <a:pt x="273359" y="116140"/>
                </a:cubicBezTo>
                <a:cubicBezTo>
                  <a:pt x="266258" y="99126"/>
                  <a:pt x="251342" y="74345"/>
                  <a:pt x="229038" y="53662"/>
                </a:cubicBezTo>
                <a:cubicBezTo>
                  <a:pt x="206592" y="32836"/>
                  <a:pt x="175758" y="15250"/>
                  <a:pt x="137252" y="15250"/>
                </a:cubicBezTo>
                <a:close/>
                <a:moveTo>
                  <a:pt x="68626" y="122001"/>
                </a:moveTo>
                <a:cubicBezTo>
                  <a:pt x="68626" y="84126"/>
                  <a:pt x="99376" y="53376"/>
                  <a:pt x="137252" y="53376"/>
                </a:cubicBezTo>
                <a:cubicBezTo>
                  <a:pt x="175127" y="53376"/>
                  <a:pt x="205877" y="84126"/>
                  <a:pt x="205877" y="122001"/>
                </a:cubicBezTo>
                <a:cubicBezTo>
                  <a:pt x="205877" y="159877"/>
                  <a:pt x="175127" y="190627"/>
                  <a:pt x="137252" y="190627"/>
                </a:cubicBezTo>
                <a:cubicBezTo>
                  <a:pt x="99376" y="190627"/>
                  <a:pt x="68626" y="159877"/>
                  <a:pt x="68626" y="122001"/>
                </a:cubicBezTo>
                <a:close/>
                <a:moveTo>
                  <a:pt x="137252" y="91501"/>
                </a:moveTo>
                <a:cubicBezTo>
                  <a:pt x="137252" y="108324"/>
                  <a:pt x="123574" y="122001"/>
                  <a:pt x="106751" y="122001"/>
                </a:cubicBezTo>
                <a:cubicBezTo>
                  <a:pt x="101271" y="122001"/>
                  <a:pt x="96124" y="120572"/>
                  <a:pt x="91644" y="117998"/>
                </a:cubicBezTo>
                <a:cubicBezTo>
                  <a:pt x="91167" y="123193"/>
                  <a:pt x="91596" y="128530"/>
                  <a:pt x="93026" y="133820"/>
                </a:cubicBezTo>
                <a:cubicBezTo>
                  <a:pt x="99555" y="158220"/>
                  <a:pt x="124670" y="172708"/>
                  <a:pt x="149070" y="166179"/>
                </a:cubicBezTo>
                <a:cubicBezTo>
                  <a:pt x="173471" y="159650"/>
                  <a:pt x="187958" y="134535"/>
                  <a:pt x="181429" y="110135"/>
                </a:cubicBezTo>
                <a:cubicBezTo>
                  <a:pt x="175615" y="88356"/>
                  <a:pt x="154980" y="74488"/>
                  <a:pt x="133248" y="76394"/>
                </a:cubicBezTo>
                <a:cubicBezTo>
                  <a:pt x="135774" y="80826"/>
                  <a:pt x="137252" y="85973"/>
                  <a:pt x="137252" y="9150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2" name="Text 20"/>
          <p:cNvSpPr/>
          <p:nvPr/>
        </p:nvSpPr>
        <p:spPr>
          <a:xfrm>
            <a:off x="1389189" y="5481927"/>
            <a:ext cx="4477449" cy="28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1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Engine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89189" y="5807264"/>
            <a:ext cx="4446949" cy="20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PROCESSING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89189" y="6091933"/>
            <a:ext cx="4457115" cy="48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optical character recognition for PDFs and scanned documents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9831" y="1914608"/>
            <a:ext cx="5642968" cy="1511190"/>
          </a:xfrm>
          <a:custGeom>
            <a:avLst/>
            <a:gdLst/>
            <a:ahLst/>
            <a:cxnLst/>
            <a:rect l="l" t="t" r="r" b="b"/>
            <a:pathLst>
              <a:path w="5642968" h="1511190">
                <a:moveTo>
                  <a:pt x="121998" y="0"/>
                </a:moveTo>
                <a:lnTo>
                  <a:pt x="5520970" y="0"/>
                </a:lnTo>
                <a:cubicBezTo>
                  <a:pt x="5588348" y="0"/>
                  <a:pt x="5642968" y="54621"/>
                  <a:pt x="5642968" y="121998"/>
                </a:cubicBezTo>
                <a:lnTo>
                  <a:pt x="5642968" y="1389192"/>
                </a:lnTo>
                <a:cubicBezTo>
                  <a:pt x="5642968" y="1456569"/>
                  <a:pt x="5588348" y="1511190"/>
                  <a:pt x="5520970" y="1511190"/>
                </a:cubicBezTo>
                <a:lnTo>
                  <a:pt x="121998" y="1511190"/>
                </a:lnTo>
                <a:cubicBezTo>
                  <a:pt x="54621" y="1511190"/>
                  <a:pt x="0" y="1456569"/>
                  <a:pt x="0" y="1389192"/>
                </a:cubicBezTo>
                <a:lnTo>
                  <a:pt x="0" y="121998"/>
                </a:lnTo>
                <a:cubicBezTo>
                  <a:pt x="0" y="54666"/>
                  <a:pt x="54666" y="0"/>
                  <a:pt x="121998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6420" y="2344864"/>
            <a:ext cx="650674" cy="650674"/>
          </a:xfrm>
          <a:custGeom>
            <a:avLst/>
            <a:gdLst/>
            <a:ahLst/>
            <a:cxnLst/>
            <a:rect l="l" t="t" r="r" b="b"/>
            <a:pathLst>
              <a:path w="650674" h="650674">
                <a:moveTo>
                  <a:pt x="122001" y="0"/>
                </a:moveTo>
                <a:lnTo>
                  <a:pt x="528672" y="0"/>
                </a:lnTo>
                <a:cubicBezTo>
                  <a:pt x="596052" y="0"/>
                  <a:pt x="650674" y="54622"/>
                  <a:pt x="650674" y="122001"/>
                </a:cubicBezTo>
                <a:lnTo>
                  <a:pt x="650674" y="528672"/>
                </a:lnTo>
                <a:cubicBezTo>
                  <a:pt x="650674" y="596052"/>
                  <a:pt x="596052" y="650674"/>
                  <a:pt x="528672" y="650674"/>
                </a:cubicBezTo>
                <a:lnTo>
                  <a:pt x="122001" y="650674"/>
                </a:lnTo>
                <a:cubicBezTo>
                  <a:pt x="54622" y="650674"/>
                  <a:pt x="0" y="596052"/>
                  <a:pt x="0" y="528672"/>
                </a:cubicBezTo>
                <a:lnTo>
                  <a:pt x="0" y="122001"/>
                </a:lnTo>
                <a:cubicBezTo>
                  <a:pt x="0" y="54667"/>
                  <a:pt x="54667" y="0"/>
                  <a:pt x="122001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31789" y="2548200"/>
            <a:ext cx="244003" cy="244003"/>
          </a:xfrm>
          <a:custGeom>
            <a:avLst/>
            <a:gdLst/>
            <a:ahLst/>
            <a:cxnLst/>
            <a:rect l="l" t="t" r="r" b="b"/>
            <a:pathLst>
              <a:path w="244003" h="244003">
                <a:moveTo>
                  <a:pt x="57188" y="26688"/>
                </a:moveTo>
                <a:cubicBezTo>
                  <a:pt x="57188" y="11962"/>
                  <a:pt x="69150" y="0"/>
                  <a:pt x="83876" y="0"/>
                </a:cubicBezTo>
                <a:lnTo>
                  <a:pt x="95314" y="0"/>
                </a:lnTo>
                <a:cubicBezTo>
                  <a:pt x="103749" y="0"/>
                  <a:pt x="110564" y="6815"/>
                  <a:pt x="110564" y="15250"/>
                </a:cubicBezTo>
                <a:lnTo>
                  <a:pt x="110564" y="228753"/>
                </a:lnTo>
                <a:cubicBezTo>
                  <a:pt x="110564" y="237188"/>
                  <a:pt x="103749" y="244003"/>
                  <a:pt x="95314" y="244003"/>
                </a:cubicBezTo>
                <a:lnTo>
                  <a:pt x="80063" y="244003"/>
                </a:lnTo>
                <a:cubicBezTo>
                  <a:pt x="65862" y="244003"/>
                  <a:pt x="53900" y="234281"/>
                  <a:pt x="50516" y="221127"/>
                </a:cubicBezTo>
                <a:cubicBezTo>
                  <a:pt x="50183" y="221127"/>
                  <a:pt x="49897" y="221127"/>
                  <a:pt x="49563" y="221127"/>
                </a:cubicBezTo>
                <a:cubicBezTo>
                  <a:pt x="28499" y="221127"/>
                  <a:pt x="11438" y="204066"/>
                  <a:pt x="11438" y="183002"/>
                </a:cubicBezTo>
                <a:cubicBezTo>
                  <a:pt x="11438" y="174424"/>
                  <a:pt x="14297" y="166513"/>
                  <a:pt x="19063" y="160127"/>
                </a:cubicBezTo>
                <a:cubicBezTo>
                  <a:pt x="9817" y="153169"/>
                  <a:pt x="3813" y="142112"/>
                  <a:pt x="3813" y="129626"/>
                </a:cubicBezTo>
                <a:cubicBezTo>
                  <a:pt x="3813" y="114900"/>
                  <a:pt x="12200" y="102081"/>
                  <a:pt x="24400" y="95742"/>
                </a:cubicBezTo>
                <a:cubicBezTo>
                  <a:pt x="21017" y="90024"/>
                  <a:pt x="19063" y="83352"/>
                  <a:pt x="19063" y="76251"/>
                </a:cubicBezTo>
                <a:cubicBezTo>
                  <a:pt x="19063" y="55187"/>
                  <a:pt x="36124" y="38125"/>
                  <a:pt x="57188" y="38125"/>
                </a:cubicBezTo>
                <a:lnTo>
                  <a:pt x="57188" y="26688"/>
                </a:lnTo>
                <a:close/>
                <a:moveTo>
                  <a:pt x="186815" y="26688"/>
                </a:moveTo>
                <a:lnTo>
                  <a:pt x="186815" y="38125"/>
                </a:lnTo>
                <a:cubicBezTo>
                  <a:pt x="207879" y="38125"/>
                  <a:pt x="224940" y="55187"/>
                  <a:pt x="224940" y="76251"/>
                </a:cubicBezTo>
                <a:cubicBezTo>
                  <a:pt x="224940" y="83399"/>
                  <a:pt x="222986" y="90071"/>
                  <a:pt x="219602" y="95742"/>
                </a:cubicBezTo>
                <a:cubicBezTo>
                  <a:pt x="231850" y="102081"/>
                  <a:pt x="240190" y="114853"/>
                  <a:pt x="240190" y="129626"/>
                </a:cubicBezTo>
                <a:cubicBezTo>
                  <a:pt x="240190" y="142112"/>
                  <a:pt x="234185" y="153169"/>
                  <a:pt x="224940" y="160127"/>
                </a:cubicBezTo>
                <a:cubicBezTo>
                  <a:pt x="229706" y="166513"/>
                  <a:pt x="232565" y="174424"/>
                  <a:pt x="232565" y="183002"/>
                </a:cubicBezTo>
                <a:cubicBezTo>
                  <a:pt x="232565" y="204066"/>
                  <a:pt x="215504" y="221127"/>
                  <a:pt x="194440" y="221127"/>
                </a:cubicBezTo>
                <a:cubicBezTo>
                  <a:pt x="194106" y="221127"/>
                  <a:pt x="193820" y="221127"/>
                  <a:pt x="193486" y="221127"/>
                </a:cubicBezTo>
                <a:cubicBezTo>
                  <a:pt x="190103" y="234281"/>
                  <a:pt x="178141" y="244003"/>
                  <a:pt x="163939" y="244003"/>
                </a:cubicBezTo>
                <a:lnTo>
                  <a:pt x="148689" y="244003"/>
                </a:lnTo>
                <a:cubicBezTo>
                  <a:pt x="140254" y="244003"/>
                  <a:pt x="133439" y="237188"/>
                  <a:pt x="133439" y="228753"/>
                </a:cubicBezTo>
                <a:lnTo>
                  <a:pt x="133439" y="15250"/>
                </a:lnTo>
                <a:cubicBezTo>
                  <a:pt x="133439" y="6815"/>
                  <a:pt x="140254" y="0"/>
                  <a:pt x="148689" y="0"/>
                </a:cubicBezTo>
                <a:lnTo>
                  <a:pt x="160127" y="0"/>
                </a:lnTo>
                <a:cubicBezTo>
                  <a:pt x="174853" y="0"/>
                  <a:pt x="186815" y="11962"/>
                  <a:pt x="186815" y="2668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8" name="Text 26"/>
          <p:cNvSpPr/>
          <p:nvPr/>
        </p:nvSpPr>
        <p:spPr>
          <a:xfrm>
            <a:off x="7280430" y="2121195"/>
            <a:ext cx="4477449" cy="28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1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80430" y="2446532"/>
            <a:ext cx="4446949" cy="20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80430" y="2731202"/>
            <a:ext cx="4457115" cy="48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 for intelligent contract understanding and reasoning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9831" y="3594977"/>
            <a:ext cx="5642968" cy="2283865"/>
          </a:xfrm>
          <a:custGeom>
            <a:avLst/>
            <a:gdLst/>
            <a:ahLst/>
            <a:cxnLst/>
            <a:rect l="l" t="t" r="r" b="b"/>
            <a:pathLst>
              <a:path w="5642968" h="2283865">
                <a:moveTo>
                  <a:pt x="122004" y="0"/>
                </a:moveTo>
                <a:lnTo>
                  <a:pt x="5520964" y="0"/>
                </a:lnTo>
                <a:cubicBezTo>
                  <a:pt x="5588345" y="0"/>
                  <a:pt x="5642968" y="54623"/>
                  <a:pt x="5642968" y="122004"/>
                </a:cubicBezTo>
                <a:lnTo>
                  <a:pt x="5642968" y="2161861"/>
                </a:lnTo>
                <a:cubicBezTo>
                  <a:pt x="5642968" y="2229242"/>
                  <a:pt x="5588345" y="2283865"/>
                  <a:pt x="5520964" y="2283865"/>
                </a:cubicBezTo>
                <a:lnTo>
                  <a:pt x="122004" y="2283865"/>
                </a:lnTo>
                <a:cubicBezTo>
                  <a:pt x="54623" y="2283865"/>
                  <a:pt x="0" y="2229242"/>
                  <a:pt x="0" y="2161861"/>
                </a:cubicBezTo>
                <a:lnTo>
                  <a:pt x="0" y="122004"/>
                </a:lnTo>
                <a:cubicBezTo>
                  <a:pt x="0" y="54623"/>
                  <a:pt x="54623" y="0"/>
                  <a:pt x="122004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8779" y="3882899"/>
            <a:ext cx="228753" cy="203336"/>
          </a:xfrm>
          <a:custGeom>
            <a:avLst/>
            <a:gdLst/>
            <a:ahLst/>
            <a:cxnLst/>
            <a:rect l="l" t="t" r="r" b="b"/>
            <a:pathLst>
              <a:path w="228753" h="203336">
                <a:moveTo>
                  <a:pt x="0" y="133439"/>
                </a:moveTo>
                <a:cubicBezTo>
                  <a:pt x="0" y="165012"/>
                  <a:pt x="25616" y="190627"/>
                  <a:pt x="57188" y="190627"/>
                </a:cubicBezTo>
                <a:lnTo>
                  <a:pt x="177919" y="190627"/>
                </a:lnTo>
                <a:cubicBezTo>
                  <a:pt x="205996" y="190627"/>
                  <a:pt x="228753" y="167871"/>
                  <a:pt x="228753" y="139793"/>
                </a:cubicBezTo>
                <a:cubicBezTo>
                  <a:pt x="228753" y="119301"/>
                  <a:pt x="216640" y="101628"/>
                  <a:pt x="199166" y="93606"/>
                </a:cubicBezTo>
                <a:cubicBezTo>
                  <a:pt x="201826" y="88403"/>
                  <a:pt x="203336" y="82486"/>
                  <a:pt x="203336" y="76251"/>
                </a:cubicBezTo>
                <a:cubicBezTo>
                  <a:pt x="203336" y="55202"/>
                  <a:pt x="186259" y="38125"/>
                  <a:pt x="165210" y="38125"/>
                </a:cubicBezTo>
                <a:cubicBezTo>
                  <a:pt x="158181" y="38125"/>
                  <a:pt x="151628" y="40032"/>
                  <a:pt x="145989" y="43328"/>
                </a:cubicBezTo>
                <a:cubicBezTo>
                  <a:pt x="136418" y="25139"/>
                  <a:pt x="117315" y="12708"/>
                  <a:pt x="95314" y="12708"/>
                </a:cubicBezTo>
                <a:cubicBezTo>
                  <a:pt x="63741" y="12708"/>
                  <a:pt x="38125" y="38324"/>
                  <a:pt x="38125" y="69897"/>
                </a:cubicBezTo>
                <a:cubicBezTo>
                  <a:pt x="38125" y="73074"/>
                  <a:pt x="38403" y="76211"/>
                  <a:pt x="38880" y="79229"/>
                </a:cubicBezTo>
                <a:cubicBezTo>
                  <a:pt x="16283" y="86854"/>
                  <a:pt x="0" y="108260"/>
                  <a:pt x="0" y="13343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3" name="Text 31"/>
          <p:cNvSpPr/>
          <p:nvPr/>
        </p:nvSpPr>
        <p:spPr>
          <a:xfrm>
            <a:off x="6719223" y="3842232"/>
            <a:ext cx="4997988" cy="28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1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Azure-Ready Architecture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67087" y="4289570"/>
            <a:ext cx="5229791" cy="528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modular design enables seamless transition to Azure cloud services for enterprise deployment.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67087" y="4980911"/>
            <a:ext cx="2513227" cy="650674"/>
          </a:xfrm>
          <a:custGeom>
            <a:avLst/>
            <a:gdLst/>
            <a:ahLst/>
            <a:cxnLst/>
            <a:rect l="l" t="t" r="r" b="b"/>
            <a:pathLst>
              <a:path w="2513227" h="650674">
                <a:moveTo>
                  <a:pt x="81334" y="0"/>
                </a:moveTo>
                <a:lnTo>
                  <a:pt x="2431893" y="0"/>
                </a:lnTo>
                <a:cubicBezTo>
                  <a:pt x="2476783" y="0"/>
                  <a:pt x="2513227" y="36445"/>
                  <a:pt x="2513227" y="81334"/>
                </a:cubicBezTo>
                <a:lnTo>
                  <a:pt x="2513227" y="569340"/>
                </a:lnTo>
                <a:cubicBezTo>
                  <a:pt x="2513227" y="614259"/>
                  <a:pt x="2476813" y="650674"/>
                  <a:pt x="2431893" y="650674"/>
                </a:cubicBezTo>
                <a:lnTo>
                  <a:pt x="81334" y="650674"/>
                </a:lnTo>
                <a:cubicBezTo>
                  <a:pt x="36445" y="650674"/>
                  <a:pt x="0" y="614229"/>
                  <a:pt x="0" y="569340"/>
                </a:cubicBezTo>
                <a:lnTo>
                  <a:pt x="0" y="81334"/>
                </a:lnTo>
                <a:cubicBezTo>
                  <a:pt x="0" y="36415"/>
                  <a:pt x="36415" y="0"/>
                  <a:pt x="8133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89089" y="5102912"/>
            <a:ext cx="2340392" cy="20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OpenAI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9089" y="5346915"/>
            <a:ext cx="2330225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6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LLM service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101198" y="4980911"/>
            <a:ext cx="2513227" cy="650674"/>
          </a:xfrm>
          <a:custGeom>
            <a:avLst/>
            <a:gdLst/>
            <a:ahLst/>
            <a:cxnLst/>
            <a:rect l="l" t="t" r="r" b="b"/>
            <a:pathLst>
              <a:path w="2513227" h="650674">
                <a:moveTo>
                  <a:pt x="81334" y="0"/>
                </a:moveTo>
                <a:lnTo>
                  <a:pt x="2431893" y="0"/>
                </a:lnTo>
                <a:cubicBezTo>
                  <a:pt x="2476783" y="0"/>
                  <a:pt x="2513227" y="36445"/>
                  <a:pt x="2513227" y="81334"/>
                </a:cubicBezTo>
                <a:lnTo>
                  <a:pt x="2513227" y="569340"/>
                </a:lnTo>
                <a:cubicBezTo>
                  <a:pt x="2513227" y="614259"/>
                  <a:pt x="2476813" y="650674"/>
                  <a:pt x="2431893" y="650674"/>
                </a:cubicBezTo>
                <a:lnTo>
                  <a:pt x="81334" y="650674"/>
                </a:lnTo>
                <a:cubicBezTo>
                  <a:pt x="36445" y="650674"/>
                  <a:pt x="0" y="614229"/>
                  <a:pt x="0" y="569340"/>
                </a:cubicBezTo>
                <a:lnTo>
                  <a:pt x="0" y="81334"/>
                </a:lnTo>
                <a:cubicBezTo>
                  <a:pt x="0" y="36415"/>
                  <a:pt x="36415" y="0"/>
                  <a:pt x="8133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223200" y="5102912"/>
            <a:ext cx="2340392" cy="20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AI Search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23200" y="5346915"/>
            <a:ext cx="2330225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6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vector search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32845" y="6044761"/>
            <a:ext cx="5628328" cy="569340"/>
          </a:xfrm>
          <a:custGeom>
            <a:avLst/>
            <a:gdLst/>
            <a:ahLst/>
            <a:cxnLst/>
            <a:rect l="l" t="t" r="r" b="b"/>
            <a:pathLst>
              <a:path w="5628328" h="569340">
                <a:moveTo>
                  <a:pt x="32534" y="0"/>
                </a:moveTo>
                <a:lnTo>
                  <a:pt x="5546992" y="0"/>
                </a:lnTo>
                <a:cubicBezTo>
                  <a:pt x="5591913" y="0"/>
                  <a:pt x="5628328" y="36415"/>
                  <a:pt x="5628328" y="81336"/>
                </a:cubicBezTo>
                <a:lnTo>
                  <a:pt x="5628328" y="488004"/>
                </a:lnTo>
                <a:cubicBezTo>
                  <a:pt x="5628328" y="532924"/>
                  <a:pt x="5591913" y="569340"/>
                  <a:pt x="5546992" y="569340"/>
                </a:cubicBezTo>
                <a:lnTo>
                  <a:pt x="32534" y="569340"/>
                </a:lnTo>
                <a:cubicBezTo>
                  <a:pt x="14578" y="569340"/>
                  <a:pt x="0" y="554762"/>
                  <a:pt x="0" y="536806"/>
                </a:cubicBezTo>
                <a:lnTo>
                  <a:pt x="0" y="32534"/>
                </a:lnTo>
                <a:cubicBezTo>
                  <a:pt x="0" y="14578"/>
                  <a:pt x="14578" y="0"/>
                  <a:pt x="32534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32845" y="6044761"/>
            <a:ext cx="32534" cy="569340"/>
          </a:xfrm>
          <a:custGeom>
            <a:avLst/>
            <a:gdLst/>
            <a:ahLst/>
            <a:cxnLst/>
            <a:rect l="l" t="t" r="r" b="b"/>
            <a:pathLst>
              <a:path w="32534" h="569340">
                <a:moveTo>
                  <a:pt x="32534" y="0"/>
                </a:moveTo>
                <a:lnTo>
                  <a:pt x="32534" y="0"/>
                </a:lnTo>
                <a:lnTo>
                  <a:pt x="32534" y="569340"/>
                </a:lnTo>
                <a:lnTo>
                  <a:pt x="32534" y="569340"/>
                </a:lnTo>
                <a:cubicBezTo>
                  <a:pt x="14578" y="569340"/>
                  <a:pt x="0" y="554762"/>
                  <a:pt x="0" y="536806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3" name="Shape 41"/>
          <p:cNvSpPr/>
          <p:nvPr/>
        </p:nvSpPr>
        <p:spPr>
          <a:xfrm>
            <a:off x="6432114" y="6246468"/>
            <a:ext cx="162668" cy="162668"/>
          </a:xfrm>
          <a:custGeom>
            <a:avLst/>
            <a:gdLst/>
            <a:ahLst/>
            <a:cxnLst/>
            <a:rect l="l" t="t" r="r" b="b"/>
            <a:pathLst>
              <a:path w="162668" h="162668">
                <a:moveTo>
                  <a:pt x="81334" y="162668"/>
                </a:moveTo>
                <a:cubicBezTo>
                  <a:pt x="126224" y="162668"/>
                  <a:pt x="162668" y="126224"/>
                  <a:pt x="162668" y="81334"/>
                </a:cubicBezTo>
                <a:cubicBezTo>
                  <a:pt x="162668" y="36445"/>
                  <a:pt x="126224" y="0"/>
                  <a:pt x="81334" y="0"/>
                </a:cubicBezTo>
                <a:cubicBezTo>
                  <a:pt x="36445" y="0"/>
                  <a:pt x="0" y="36445"/>
                  <a:pt x="0" y="81334"/>
                </a:cubicBezTo>
                <a:cubicBezTo>
                  <a:pt x="0" y="126224"/>
                  <a:pt x="36445" y="162668"/>
                  <a:pt x="81334" y="162668"/>
                </a:cubicBezTo>
                <a:close/>
                <a:moveTo>
                  <a:pt x="71167" y="50834"/>
                </a:moveTo>
                <a:cubicBezTo>
                  <a:pt x="71167" y="45223"/>
                  <a:pt x="75723" y="40667"/>
                  <a:pt x="81334" y="40667"/>
                </a:cubicBezTo>
                <a:cubicBezTo>
                  <a:pt x="86945" y="40667"/>
                  <a:pt x="91501" y="45223"/>
                  <a:pt x="91501" y="50834"/>
                </a:cubicBezTo>
                <a:cubicBezTo>
                  <a:pt x="91501" y="56445"/>
                  <a:pt x="86945" y="61001"/>
                  <a:pt x="81334" y="61001"/>
                </a:cubicBezTo>
                <a:cubicBezTo>
                  <a:pt x="75723" y="61001"/>
                  <a:pt x="71167" y="56445"/>
                  <a:pt x="71167" y="50834"/>
                </a:cubicBezTo>
                <a:close/>
                <a:moveTo>
                  <a:pt x="68626" y="71167"/>
                </a:moveTo>
                <a:lnTo>
                  <a:pt x="83876" y="71167"/>
                </a:lnTo>
                <a:cubicBezTo>
                  <a:pt x="88101" y="71167"/>
                  <a:pt x="91501" y="74567"/>
                  <a:pt x="91501" y="78793"/>
                </a:cubicBezTo>
                <a:lnTo>
                  <a:pt x="91501" y="106751"/>
                </a:lnTo>
                <a:lnTo>
                  <a:pt x="94043" y="106751"/>
                </a:lnTo>
                <a:cubicBezTo>
                  <a:pt x="98268" y="106751"/>
                  <a:pt x="101668" y="110151"/>
                  <a:pt x="101668" y="114376"/>
                </a:cubicBezTo>
                <a:cubicBezTo>
                  <a:pt x="101668" y="118602"/>
                  <a:pt x="98268" y="122001"/>
                  <a:pt x="94043" y="122001"/>
                </a:cubicBezTo>
                <a:lnTo>
                  <a:pt x="68626" y="122001"/>
                </a:lnTo>
                <a:cubicBezTo>
                  <a:pt x="64400" y="122001"/>
                  <a:pt x="61001" y="118602"/>
                  <a:pt x="61001" y="114376"/>
                </a:cubicBezTo>
                <a:cubicBezTo>
                  <a:pt x="61001" y="110151"/>
                  <a:pt x="64400" y="106751"/>
                  <a:pt x="68626" y="106751"/>
                </a:cubicBezTo>
                <a:lnTo>
                  <a:pt x="76251" y="106751"/>
                </a:lnTo>
                <a:lnTo>
                  <a:pt x="76251" y="86418"/>
                </a:lnTo>
                <a:lnTo>
                  <a:pt x="68626" y="86418"/>
                </a:lnTo>
                <a:cubicBezTo>
                  <a:pt x="64400" y="86418"/>
                  <a:pt x="61001" y="83018"/>
                  <a:pt x="61001" y="78793"/>
                </a:cubicBezTo>
                <a:cubicBezTo>
                  <a:pt x="61001" y="74567"/>
                  <a:pt x="64400" y="71167"/>
                  <a:pt x="68626" y="71167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4" name="Text 42"/>
          <p:cNvSpPr/>
          <p:nvPr/>
        </p:nvSpPr>
        <p:spPr>
          <a:xfrm>
            <a:off x="6667204" y="6207429"/>
            <a:ext cx="5112635" cy="244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Agnostic:</a:t>
            </a:r>
            <a:pPr>
              <a:lnSpc>
                <a:spcPct val="130000"/>
              </a:lnSpc>
            </a:pPr>
            <a:r>
              <a:rPr lang="en-US" sz="128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Easily migrate to AWS, GCP, or other cloud providers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79375" y="0"/>
                </a:moveTo>
                <a:lnTo>
                  <a:pt x="317500" y="0"/>
                </a:lnTo>
                <a:cubicBezTo>
                  <a:pt x="361308" y="0"/>
                  <a:pt x="396875" y="35567"/>
                  <a:pt x="396875" y="79375"/>
                </a:cubicBezTo>
                <a:lnTo>
                  <a:pt x="396875" y="317500"/>
                </a:lnTo>
                <a:cubicBezTo>
                  <a:pt x="396875" y="361308"/>
                  <a:pt x="361308" y="396875"/>
                  <a:pt x="317500" y="396875"/>
                </a:cubicBezTo>
                <a:lnTo>
                  <a:pt x="79375" y="396875"/>
                </a:lnTo>
                <a:cubicBezTo>
                  <a:pt x="35567" y="396875"/>
                  <a:pt x="0" y="361308"/>
                  <a:pt x="0" y="317500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4982" y="428625"/>
            <a:ext cx="200918" cy="178594"/>
          </a:xfrm>
          <a:custGeom>
            <a:avLst/>
            <a:gdLst/>
            <a:ahLst/>
            <a:cxnLst/>
            <a:rect l="l" t="t" r="r" b="b"/>
            <a:pathLst>
              <a:path w="200918" h="178594">
                <a:moveTo>
                  <a:pt x="50229" y="167432"/>
                </a:moveTo>
                <a:cubicBezTo>
                  <a:pt x="22499" y="167432"/>
                  <a:pt x="0" y="144933"/>
                  <a:pt x="0" y="117202"/>
                </a:cubicBezTo>
                <a:cubicBezTo>
                  <a:pt x="0" y="95087"/>
                  <a:pt x="14301" y="76321"/>
                  <a:pt x="34149" y="69589"/>
                </a:cubicBezTo>
                <a:cubicBezTo>
                  <a:pt x="33696" y="66903"/>
                  <a:pt x="33486" y="64182"/>
                  <a:pt x="33486" y="61392"/>
                </a:cubicBezTo>
                <a:cubicBezTo>
                  <a:pt x="33486" y="33661"/>
                  <a:pt x="55985" y="11162"/>
                  <a:pt x="83716" y="11162"/>
                </a:cubicBezTo>
                <a:cubicBezTo>
                  <a:pt x="103040" y="11162"/>
                  <a:pt x="119818" y="22080"/>
                  <a:pt x="128225" y="38056"/>
                </a:cubicBezTo>
                <a:cubicBezTo>
                  <a:pt x="133178" y="35161"/>
                  <a:pt x="138968" y="33486"/>
                  <a:pt x="145107" y="33486"/>
                </a:cubicBezTo>
                <a:cubicBezTo>
                  <a:pt x="163595" y="33486"/>
                  <a:pt x="178594" y="48485"/>
                  <a:pt x="178594" y="66973"/>
                </a:cubicBezTo>
                <a:cubicBezTo>
                  <a:pt x="178594" y="72449"/>
                  <a:pt x="177268" y="77646"/>
                  <a:pt x="174931" y="82216"/>
                </a:cubicBezTo>
                <a:cubicBezTo>
                  <a:pt x="190279" y="89297"/>
                  <a:pt x="200918" y="104784"/>
                  <a:pt x="200918" y="122783"/>
                </a:cubicBezTo>
                <a:cubicBezTo>
                  <a:pt x="200918" y="147444"/>
                  <a:pt x="180931" y="167432"/>
                  <a:pt x="156270" y="167432"/>
                </a:cubicBezTo>
                <a:lnTo>
                  <a:pt x="50229" y="167432"/>
                </a:lnTo>
                <a:close/>
                <a:moveTo>
                  <a:pt x="106389" y="66624"/>
                </a:moveTo>
                <a:cubicBezTo>
                  <a:pt x="103110" y="63345"/>
                  <a:pt x="97808" y="63345"/>
                  <a:pt x="94564" y="66624"/>
                </a:cubicBezTo>
                <a:lnTo>
                  <a:pt x="69449" y="91739"/>
                </a:lnTo>
                <a:cubicBezTo>
                  <a:pt x="66170" y="95017"/>
                  <a:pt x="66170" y="100319"/>
                  <a:pt x="69449" y="103563"/>
                </a:cubicBezTo>
                <a:cubicBezTo>
                  <a:pt x="72728" y="106807"/>
                  <a:pt x="78030" y="106842"/>
                  <a:pt x="81274" y="103563"/>
                </a:cubicBezTo>
                <a:lnTo>
                  <a:pt x="92087" y="92750"/>
                </a:lnTo>
                <a:lnTo>
                  <a:pt x="92087" y="128364"/>
                </a:lnTo>
                <a:cubicBezTo>
                  <a:pt x="92087" y="133004"/>
                  <a:pt x="95820" y="136736"/>
                  <a:pt x="100459" y="136736"/>
                </a:cubicBezTo>
                <a:cubicBezTo>
                  <a:pt x="105098" y="136736"/>
                  <a:pt x="108831" y="133004"/>
                  <a:pt x="108831" y="128364"/>
                </a:cubicBezTo>
                <a:lnTo>
                  <a:pt x="108831" y="92750"/>
                </a:lnTo>
                <a:lnTo>
                  <a:pt x="119644" y="103563"/>
                </a:lnTo>
                <a:cubicBezTo>
                  <a:pt x="122923" y="106842"/>
                  <a:pt x="128225" y="106842"/>
                  <a:pt x="131469" y="103563"/>
                </a:cubicBezTo>
                <a:cubicBezTo>
                  <a:pt x="134713" y="100285"/>
                  <a:pt x="134748" y="94983"/>
                  <a:pt x="131469" y="91739"/>
                </a:cubicBezTo>
                <a:lnTo>
                  <a:pt x="106354" y="66624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33438" y="396875"/>
            <a:ext cx="16271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spc="63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CLOAD MIGRATION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93750"/>
            <a:ext cx="11795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Local to Azure Transition Path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349375"/>
            <a:ext cx="1165621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Production-ready enterprise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868487"/>
            <a:ext cx="11547475" cy="4054475"/>
          </a:xfrm>
          <a:custGeom>
            <a:avLst/>
            <a:gdLst/>
            <a:ahLst/>
            <a:cxnLst/>
            <a:rect l="l" t="t" r="r" b="b"/>
            <a:pathLst>
              <a:path w="11547475" h="4054475">
                <a:moveTo>
                  <a:pt x="119080" y="0"/>
                </a:moveTo>
                <a:lnTo>
                  <a:pt x="11428395" y="0"/>
                </a:lnTo>
                <a:cubicBezTo>
                  <a:pt x="11494161" y="0"/>
                  <a:pt x="11547475" y="53314"/>
                  <a:pt x="11547475" y="119080"/>
                </a:cubicBezTo>
                <a:lnTo>
                  <a:pt x="11547475" y="3935395"/>
                </a:lnTo>
                <a:cubicBezTo>
                  <a:pt x="11547475" y="4001161"/>
                  <a:pt x="11494161" y="4054475"/>
                  <a:pt x="11428395" y="4054475"/>
                </a:cubicBezTo>
                <a:lnTo>
                  <a:pt x="119080" y="4054475"/>
                </a:lnTo>
                <a:cubicBezTo>
                  <a:pt x="53314" y="4054475"/>
                  <a:pt x="0" y="4001161"/>
                  <a:pt x="0" y="3935395"/>
                </a:cubicBezTo>
                <a:lnTo>
                  <a:pt x="0" y="119080"/>
                </a:lnTo>
                <a:cubicBezTo>
                  <a:pt x="0" y="53358"/>
                  <a:pt x="53358" y="0"/>
                  <a:pt x="119080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702" y="2189161"/>
            <a:ext cx="351035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6" b="1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COMPONENT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525" y="2628898"/>
            <a:ext cx="3419475" cy="879475"/>
          </a:xfrm>
          <a:custGeom>
            <a:avLst/>
            <a:gdLst/>
            <a:ahLst/>
            <a:cxnLst/>
            <a:rect l="l" t="t" r="r" b="b"/>
            <a:pathLst>
              <a:path w="3419475" h="879475">
                <a:moveTo>
                  <a:pt x="79373" y="0"/>
                </a:moveTo>
                <a:lnTo>
                  <a:pt x="3340102" y="0"/>
                </a:lnTo>
                <a:cubicBezTo>
                  <a:pt x="3383939" y="0"/>
                  <a:pt x="3419475" y="35536"/>
                  <a:pt x="3419475" y="79373"/>
                </a:cubicBezTo>
                <a:lnTo>
                  <a:pt x="3419475" y="800102"/>
                </a:lnTo>
                <a:cubicBezTo>
                  <a:pt x="3419475" y="843939"/>
                  <a:pt x="3383939" y="879475"/>
                  <a:pt x="3340102" y="879475"/>
                </a:cubicBezTo>
                <a:lnTo>
                  <a:pt x="79373" y="879475"/>
                </a:lnTo>
                <a:cubicBezTo>
                  <a:pt x="35536" y="879475"/>
                  <a:pt x="0" y="843939"/>
                  <a:pt x="0" y="8001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51472" y="2790830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08359" y="95715"/>
                </a:moveTo>
                <a:cubicBezTo>
                  <a:pt x="201476" y="100273"/>
                  <a:pt x="193570" y="103947"/>
                  <a:pt x="185338" y="106877"/>
                </a:cubicBezTo>
                <a:cubicBezTo>
                  <a:pt x="163478" y="114691"/>
                  <a:pt x="134782" y="119062"/>
                  <a:pt x="104180" y="119062"/>
                </a:cubicBezTo>
                <a:cubicBezTo>
                  <a:pt x="73577" y="119062"/>
                  <a:pt x="44834" y="114644"/>
                  <a:pt x="23022" y="106877"/>
                </a:cubicBezTo>
                <a:cubicBezTo>
                  <a:pt x="14836" y="103947"/>
                  <a:pt x="6883" y="100273"/>
                  <a:pt x="0" y="95715"/>
                </a:cubicBezTo>
                <a:lnTo>
                  <a:pt x="0" y="133945"/>
                </a:lnTo>
                <a:cubicBezTo>
                  <a:pt x="0" y="154502"/>
                  <a:pt x="46648" y="171152"/>
                  <a:pt x="104180" y="171152"/>
                </a:cubicBezTo>
                <a:cubicBezTo>
                  <a:pt x="161711" y="171152"/>
                  <a:pt x="208359" y="154502"/>
                  <a:pt x="208359" y="133945"/>
                </a:cubicBezTo>
                <a:lnTo>
                  <a:pt x="208359" y="95715"/>
                </a:lnTo>
                <a:close/>
                <a:moveTo>
                  <a:pt x="208359" y="59531"/>
                </a:moveTo>
                <a:lnTo>
                  <a:pt x="208359" y="37207"/>
                </a:lnTo>
                <a:cubicBezTo>
                  <a:pt x="208359" y="16650"/>
                  <a:pt x="161711" y="0"/>
                  <a:pt x="104180" y="0"/>
                </a:cubicBezTo>
                <a:cubicBezTo>
                  <a:pt x="46648" y="0"/>
                  <a:pt x="0" y="16650"/>
                  <a:pt x="0" y="37207"/>
                </a:cubicBezTo>
                <a:lnTo>
                  <a:pt x="0" y="59531"/>
                </a:lnTo>
                <a:cubicBezTo>
                  <a:pt x="0" y="80088"/>
                  <a:pt x="46648" y="96738"/>
                  <a:pt x="104180" y="96738"/>
                </a:cubicBezTo>
                <a:cubicBezTo>
                  <a:pt x="161711" y="96738"/>
                  <a:pt x="208359" y="80088"/>
                  <a:pt x="208359" y="59531"/>
                </a:cubicBezTo>
                <a:close/>
                <a:moveTo>
                  <a:pt x="185338" y="181291"/>
                </a:moveTo>
                <a:cubicBezTo>
                  <a:pt x="163525" y="189058"/>
                  <a:pt x="134829" y="193477"/>
                  <a:pt x="104180" y="193477"/>
                </a:cubicBezTo>
                <a:cubicBezTo>
                  <a:pt x="73530" y="193477"/>
                  <a:pt x="44834" y="189058"/>
                  <a:pt x="23022" y="181291"/>
                </a:cubicBezTo>
                <a:cubicBezTo>
                  <a:pt x="14836" y="178361"/>
                  <a:pt x="6883" y="174687"/>
                  <a:pt x="0" y="170129"/>
                </a:cubicBezTo>
                <a:lnTo>
                  <a:pt x="0" y="200918"/>
                </a:lnTo>
                <a:cubicBezTo>
                  <a:pt x="0" y="221475"/>
                  <a:pt x="46648" y="238125"/>
                  <a:pt x="104180" y="238125"/>
                </a:cubicBezTo>
                <a:cubicBezTo>
                  <a:pt x="161711" y="238125"/>
                  <a:pt x="208359" y="221475"/>
                  <a:pt x="208359" y="200918"/>
                </a:cubicBezTo>
                <a:lnTo>
                  <a:pt x="208359" y="170129"/>
                </a:lnTo>
                <a:cubicBezTo>
                  <a:pt x="201476" y="174687"/>
                  <a:pt x="193570" y="178361"/>
                  <a:pt x="185338" y="181291"/>
                </a:cubicBezTo>
                <a:close/>
              </a:path>
            </a:pathLst>
          </a:custGeom>
          <a:solidFill>
            <a:srgbClr val="6B7B8C"/>
          </a:solidFill>
          <a:ln/>
        </p:spPr>
      </p:sp>
      <p:sp>
        <p:nvSpPr>
          <p:cNvPr id="11" name="Text 9"/>
          <p:cNvSpPr/>
          <p:nvPr/>
        </p:nvSpPr>
        <p:spPr>
          <a:xfrm>
            <a:off x="766762" y="3108330"/>
            <a:ext cx="317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ChromaDB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4525" y="3673478"/>
            <a:ext cx="3419475" cy="879475"/>
          </a:xfrm>
          <a:custGeom>
            <a:avLst/>
            <a:gdLst/>
            <a:ahLst/>
            <a:cxnLst/>
            <a:rect l="l" t="t" r="r" b="b"/>
            <a:pathLst>
              <a:path w="3419475" h="879475">
                <a:moveTo>
                  <a:pt x="79373" y="0"/>
                </a:moveTo>
                <a:lnTo>
                  <a:pt x="3340102" y="0"/>
                </a:lnTo>
                <a:cubicBezTo>
                  <a:pt x="3383939" y="0"/>
                  <a:pt x="3419475" y="35536"/>
                  <a:pt x="3419475" y="79373"/>
                </a:cubicBezTo>
                <a:lnTo>
                  <a:pt x="3419475" y="800102"/>
                </a:lnTo>
                <a:cubicBezTo>
                  <a:pt x="3419475" y="843939"/>
                  <a:pt x="3383939" y="879475"/>
                  <a:pt x="3340102" y="879475"/>
                </a:cubicBezTo>
                <a:lnTo>
                  <a:pt x="79373" y="879475"/>
                </a:lnTo>
                <a:cubicBezTo>
                  <a:pt x="35536" y="879475"/>
                  <a:pt x="0" y="843939"/>
                  <a:pt x="0" y="8001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36589" y="383540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6B7B8C"/>
          </a:solidFill>
          <a:ln/>
        </p:spPr>
      </p:sp>
      <p:sp>
        <p:nvSpPr>
          <p:cNvPr id="14" name="Text 12"/>
          <p:cNvSpPr/>
          <p:nvPr/>
        </p:nvSpPr>
        <p:spPr>
          <a:xfrm>
            <a:off x="766762" y="4152902"/>
            <a:ext cx="317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LLM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525" y="4718050"/>
            <a:ext cx="3419475" cy="879475"/>
          </a:xfrm>
          <a:custGeom>
            <a:avLst/>
            <a:gdLst/>
            <a:ahLst/>
            <a:cxnLst/>
            <a:rect l="l" t="t" r="r" b="b"/>
            <a:pathLst>
              <a:path w="3419475" h="879475">
                <a:moveTo>
                  <a:pt x="79373" y="0"/>
                </a:moveTo>
                <a:lnTo>
                  <a:pt x="3340102" y="0"/>
                </a:lnTo>
                <a:cubicBezTo>
                  <a:pt x="3383939" y="0"/>
                  <a:pt x="3419475" y="35536"/>
                  <a:pt x="3419475" y="79373"/>
                </a:cubicBezTo>
                <a:lnTo>
                  <a:pt x="3419475" y="800102"/>
                </a:lnTo>
                <a:cubicBezTo>
                  <a:pt x="3419475" y="843939"/>
                  <a:pt x="3383939" y="879475"/>
                  <a:pt x="3340102" y="879475"/>
                </a:cubicBezTo>
                <a:lnTo>
                  <a:pt x="79373" y="879475"/>
                </a:lnTo>
                <a:cubicBezTo>
                  <a:pt x="35536" y="879475"/>
                  <a:pt x="0" y="843939"/>
                  <a:pt x="0" y="8001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6589" y="487997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208359"/>
                </a:moveTo>
                <a:lnTo>
                  <a:pt x="208359" y="208359"/>
                </a:lnTo>
                <a:cubicBezTo>
                  <a:pt x="224777" y="208359"/>
                  <a:pt x="238125" y="195011"/>
                  <a:pt x="238125" y="178594"/>
                </a:cubicBezTo>
                <a:lnTo>
                  <a:pt x="238125" y="66973"/>
                </a:lnTo>
                <a:cubicBezTo>
                  <a:pt x="238125" y="50555"/>
                  <a:pt x="224777" y="37207"/>
                  <a:pt x="208359" y="37207"/>
                </a:cubicBezTo>
                <a:lnTo>
                  <a:pt x="138922" y="37207"/>
                </a:lnTo>
                <a:cubicBezTo>
                  <a:pt x="135713" y="37207"/>
                  <a:pt x="132550" y="36184"/>
                  <a:pt x="129992" y="34230"/>
                </a:cubicBezTo>
                <a:lnTo>
                  <a:pt x="112133" y="20836"/>
                </a:lnTo>
                <a:cubicBezTo>
                  <a:pt x="106970" y="16976"/>
                  <a:pt x="100692" y="14883"/>
                  <a:pt x="94273" y="14883"/>
                </a:cubicBezTo>
                <a:lnTo>
                  <a:pt x="29766" y="14883"/>
                </a:lnTo>
                <a:cubicBezTo>
                  <a:pt x="13348" y="14883"/>
                  <a:pt x="0" y="28231"/>
                  <a:pt x="0" y="44648"/>
                </a:cubicBezTo>
                <a:lnTo>
                  <a:pt x="0" y="178594"/>
                </a:lnTo>
                <a:cubicBezTo>
                  <a:pt x="0" y="195011"/>
                  <a:pt x="13348" y="208359"/>
                  <a:pt x="29766" y="208359"/>
                </a:cubicBezTo>
                <a:close/>
              </a:path>
            </a:pathLst>
          </a:custGeom>
          <a:solidFill>
            <a:srgbClr val="6B7B8C"/>
          </a:solidFill>
          <a:ln/>
        </p:spPr>
      </p:sp>
      <p:sp>
        <p:nvSpPr>
          <p:cNvPr id="17" name="Text 15"/>
          <p:cNvSpPr/>
          <p:nvPr/>
        </p:nvSpPr>
        <p:spPr>
          <a:xfrm>
            <a:off x="766762" y="5197473"/>
            <a:ext cx="317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Storage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16315" y="3517902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350630" y="194360"/>
                </a:moveTo>
                <a:cubicBezTo>
                  <a:pt x="359350" y="185640"/>
                  <a:pt x="359350" y="171478"/>
                  <a:pt x="350630" y="162758"/>
                </a:cubicBezTo>
                <a:lnTo>
                  <a:pt x="239009" y="51136"/>
                </a:lnTo>
                <a:cubicBezTo>
                  <a:pt x="230288" y="42416"/>
                  <a:pt x="216126" y="42416"/>
                  <a:pt x="207406" y="51136"/>
                </a:cubicBezTo>
                <a:cubicBezTo>
                  <a:pt x="198686" y="59857"/>
                  <a:pt x="198686" y="74019"/>
                  <a:pt x="207406" y="82739"/>
                </a:cubicBezTo>
                <a:lnTo>
                  <a:pt x="280936" y="156270"/>
                </a:lnTo>
                <a:lnTo>
                  <a:pt x="22324" y="156270"/>
                </a:lnTo>
                <a:cubicBezTo>
                  <a:pt x="9976" y="156270"/>
                  <a:pt x="0" y="166246"/>
                  <a:pt x="0" y="178594"/>
                </a:cubicBezTo>
                <a:cubicBezTo>
                  <a:pt x="0" y="190942"/>
                  <a:pt x="9976" y="200918"/>
                  <a:pt x="22324" y="200918"/>
                </a:cubicBezTo>
                <a:lnTo>
                  <a:pt x="280936" y="200918"/>
                </a:lnTo>
                <a:lnTo>
                  <a:pt x="207406" y="274448"/>
                </a:lnTo>
                <a:cubicBezTo>
                  <a:pt x="198686" y="283169"/>
                  <a:pt x="198686" y="297331"/>
                  <a:pt x="207406" y="306051"/>
                </a:cubicBezTo>
                <a:cubicBezTo>
                  <a:pt x="216126" y="314771"/>
                  <a:pt x="230288" y="314771"/>
                  <a:pt x="239009" y="306051"/>
                </a:cubicBezTo>
                <a:lnTo>
                  <a:pt x="350630" y="194430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9" name="Text 17"/>
          <p:cNvSpPr/>
          <p:nvPr/>
        </p:nvSpPr>
        <p:spPr>
          <a:xfrm>
            <a:off x="5572720" y="3994152"/>
            <a:ext cx="1137047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6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MIGRATE 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81169" y="2189161"/>
            <a:ext cx="351035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6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SERVICE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992" y="2628898"/>
            <a:ext cx="3419475" cy="879475"/>
          </a:xfrm>
          <a:custGeom>
            <a:avLst/>
            <a:gdLst/>
            <a:ahLst/>
            <a:cxnLst/>
            <a:rect l="l" t="t" r="r" b="b"/>
            <a:pathLst>
              <a:path w="3419475" h="879475">
                <a:moveTo>
                  <a:pt x="79373" y="0"/>
                </a:moveTo>
                <a:lnTo>
                  <a:pt x="3340102" y="0"/>
                </a:lnTo>
                <a:cubicBezTo>
                  <a:pt x="3383939" y="0"/>
                  <a:pt x="3419475" y="35536"/>
                  <a:pt x="3419475" y="79373"/>
                </a:cubicBezTo>
                <a:lnTo>
                  <a:pt x="3419475" y="800102"/>
                </a:lnTo>
                <a:cubicBezTo>
                  <a:pt x="3419475" y="843939"/>
                  <a:pt x="3383939" y="879475"/>
                  <a:pt x="3340102" y="879475"/>
                </a:cubicBezTo>
                <a:lnTo>
                  <a:pt x="79373" y="879475"/>
                </a:lnTo>
                <a:cubicBezTo>
                  <a:pt x="35536" y="879475"/>
                  <a:pt x="0" y="843939"/>
                  <a:pt x="0" y="8001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1057" y="279083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93477" y="96738"/>
                </a:moveTo>
                <a:cubicBezTo>
                  <a:pt x="193477" y="118086"/>
                  <a:pt x="186547" y="137806"/>
                  <a:pt x="174873" y="153805"/>
                </a:cubicBezTo>
                <a:lnTo>
                  <a:pt x="233753" y="212731"/>
                </a:lnTo>
                <a:cubicBezTo>
                  <a:pt x="239567" y="218545"/>
                  <a:pt x="239567" y="227986"/>
                  <a:pt x="233753" y="233800"/>
                </a:cubicBezTo>
                <a:cubicBezTo>
                  <a:pt x="227940" y="239613"/>
                  <a:pt x="218498" y="239613"/>
                  <a:pt x="212685" y="233800"/>
                </a:cubicBezTo>
                <a:lnTo>
                  <a:pt x="153805" y="174873"/>
                </a:lnTo>
                <a:cubicBezTo>
                  <a:pt x="137806" y="186547"/>
                  <a:pt x="118086" y="193477"/>
                  <a:pt x="96738" y="193477"/>
                </a:cubicBezTo>
                <a:cubicBezTo>
                  <a:pt x="43300" y="193477"/>
                  <a:pt x="0" y="150177"/>
                  <a:pt x="0" y="96738"/>
                </a:cubicBezTo>
                <a:cubicBezTo>
                  <a:pt x="0" y="43300"/>
                  <a:pt x="43300" y="0"/>
                  <a:pt x="96738" y="0"/>
                </a:cubicBezTo>
                <a:cubicBezTo>
                  <a:pt x="150177" y="0"/>
                  <a:pt x="193477" y="43300"/>
                  <a:pt x="193477" y="96738"/>
                </a:cubicBezTo>
                <a:close/>
                <a:moveTo>
                  <a:pt x="96738" y="163711"/>
                </a:moveTo>
                <a:cubicBezTo>
                  <a:pt x="133701" y="163711"/>
                  <a:pt x="163711" y="133701"/>
                  <a:pt x="163711" y="96738"/>
                </a:cubicBezTo>
                <a:cubicBezTo>
                  <a:pt x="163711" y="59775"/>
                  <a:pt x="133701" y="29766"/>
                  <a:pt x="96738" y="29766"/>
                </a:cubicBezTo>
                <a:cubicBezTo>
                  <a:pt x="59775" y="29766"/>
                  <a:pt x="29766" y="59775"/>
                  <a:pt x="29766" y="96738"/>
                </a:cubicBezTo>
                <a:cubicBezTo>
                  <a:pt x="29766" y="133701"/>
                  <a:pt x="59775" y="163711"/>
                  <a:pt x="96738" y="16371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3" name="Text 21"/>
          <p:cNvSpPr/>
          <p:nvPr/>
        </p:nvSpPr>
        <p:spPr>
          <a:xfrm>
            <a:off x="8251230" y="3108330"/>
            <a:ext cx="317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AI Search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992" y="3673478"/>
            <a:ext cx="3419475" cy="879475"/>
          </a:xfrm>
          <a:custGeom>
            <a:avLst/>
            <a:gdLst/>
            <a:ahLst/>
            <a:cxnLst/>
            <a:rect l="l" t="t" r="r" b="b"/>
            <a:pathLst>
              <a:path w="3419475" h="879475">
                <a:moveTo>
                  <a:pt x="79373" y="0"/>
                </a:moveTo>
                <a:lnTo>
                  <a:pt x="3340102" y="0"/>
                </a:lnTo>
                <a:cubicBezTo>
                  <a:pt x="3383939" y="0"/>
                  <a:pt x="3419475" y="35536"/>
                  <a:pt x="3419475" y="79373"/>
                </a:cubicBezTo>
                <a:lnTo>
                  <a:pt x="3419475" y="800102"/>
                </a:lnTo>
                <a:cubicBezTo>
                  <a:pt x="3419475" y="843939"/>
                  <a:pt x="3383939" y="879475"/>
                  <a:pt x="3340102" y="879475"/>
                </a:cubicBezTo>
                <a:lnTo>
                  <a:pt x="79373" y="879475"/>
                </a:lnTo>
                <a:cubicBezTo>
                  <a:pt x="35536" y="879475"/>
                  <a:pt x="0" y="843939"/>
                  <a:pt x="0" y="8001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1291" y="3835402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63711" y="0"/>
                </a:moveTo>
                <a:cubicBezTo>
                  <a:pt x="163711" y="-8232"/>
                  <a:pt x="157060" y="-14883"/>
                  <a:pt x="148828" y="-14883"/>
                </a:cubicBezTo>
                <a:cubicBezTo>
                  <a:pt x="140596" y="-14883"/>
                  <a:pt x="133945" y="-8232"/>
                  <a:pt x="133945" y="0"/>
                </a:cubicBezTo>
                <a:lnTo>
                  <a:pt x="133945" y="29766"/>
                </a:lnTo>
                <a:lnTo>
                  <a:pt x="89297" y="29766"/>
                </a:lnTo>
                <a:cubicBezTo>
                  <a:pt x="64647" y="29766"/>
                  <a:pt x="44648" y="49764"/>
                  <a:pt x="44648" y="74414"/>
                </a:cubicBezTo>
                <a:lnTo>
                  <a:pt x="44648" y="178594"/>
                </a:lnTo>
                <a:cubicBezTo>
                  <a:pt x="44648" y="203243"/>
                  <a:pt x="64647" y="223242"/>
                  <a:pt x="89297" y="223242"/>
                </a:cubicBezTo>
                <a:lnTo>
                  <a:pt x="208359" y="223242"/>
                </a:lnTo>
                <a:cubicBezTo>
                  <a:pt x="233009" y="223242"/>
                  <a:pt x="253008" y="203243"/>
                  <a:pt x="253008" y="178594"/>
                </a:cubicBezTo>
                <a:lnTo>
                  <a:pt x="253008" y="74414"/>
                </a:lnTo>
                <a:cubicBezTo>
                  <a:pt x="253008" y="49764"/>
                  <a:pt x="233009" y="29766"/>
                  <a:pt x="208359" y="29766"/>
                </a:cubicBezTo>
                <a:lnTo>
                  <a:pt x="163711" y="29766"/>
                </a:lnTo>
                <a:lnTo>
                  <a:pt x="163711" y="0"/>
                </a:lnTo>
                <a:close/>
                <a:moveTo>
                  <a:pt x="74414" y="171152"/>
                </a:moveTo>
                <a:cubicBezTo>
                  <a:pt x="74414" y="164967"/>
                  <a:pt x="79391" y="159990"/>
                  <a:pt x="85576" y="159990"/>
                </a:cubicBezTo>
                <a:lnTo>
                  <a:pt x="100459" y="159990"/>
                </a:lnTo>
                <a:cubicBezTo>
                  <a:pt x="106645" y="159990"/>
                  <a:pt x="111621" y="164967"/>
                  <a:pt x="111621" y="171152"/>
                </a:cubicBezTo>
                <a:cubicBezTo>
                  <a:pt x="111621" y="177338"/>
                  <a:pt x="106645" y="182314"/>
                  <a:pt x="100459" y="182314"/>
                </a:cubicBezTo>
                <a:lnTo>
                  <a:pt x="85576" y="182314"/>
                </a:lnTo>
                <a:cubicBezTo>
                  <a:pt x="79391" y="182314"/>
                  <a:pt x="74414" y="177338"/>
                  <a:pt x="74414" y="171152"/>
                </a:cubicBezTo>
                <a:close/>
                <a:moveTo>
                  <a:pt x="130225" y="171152"/>
                </a:moveTo>
                <a:cubicBezTo>
                  <a:pt x="130225" y="164967"/>
                  <a:pt x="135201" y="159990"/>
                  <a:pt x="141387" y="159990"/>
                </a:cubicBezTo>
                <a:lnTo>
                  <a:pt x="156270" y="159990"/>
                </a:lnTo>
                <a:cubicBezTo>
                  <a:pt x="162455" y="159990"/>
                  <a:pt x="167432" y="164967"/>
                  <a:pt x="167432" y="171152"/>
                </a:cubicBezTo>
                <a:cubicBezTo>
                  <a:pt x="167432" y="177338"/>
                  <a:pt x="162455" y="182314"/>
                  <a:pt x="156270" y="182314"/>
                </a:cubicBezTo>
                <a:lnTo>
                  <a:pt x="141387" y="182314"/>
                </a:lnTo>
                <a:cubicBezTo>
                  <a:pt x="135201" y="182314"/>
                  <a:pt x="130225" y="177338"/>
                  <a:pt x="130225" y="171152"/>
                </a:cubicBezTo>
                <a:close/>
                <a:moveTo>
                  <a:pt x="186035" y="171152"/>
                </a:moveTo>
                <a:cubicBezTo>
                  <a:pt x="186035" y="164967"/>
                  <a:pt x="191012" y="159990"/>
                  <a:pt x="197197" y="159990"/>
                </a:cubicBezTo>
                <a:lnTo>
                  <a:pt x="212080" y="159990"/>
                </a:lnTo>
                <a:cubicBezTo>
                  <a:pt x="218266" y="159990"/>
                  <a:pt x="223242" y="164967"/>
                  <a:pt x="223242" y="171152"/>
                </a:cubicBezTo>
                <a:cubicBezTo>
                  <a:pt x="223242" y="177338"/>
                  <a:pt x="218266" y="182314"/>
                  <a:pt x="212080" y="182314"/>
                </a:cubicBezTo>
                <a:lnTo>
                  <a:pt x="197197" y="182314"/>
                </a:lnTo>
                <a:cubicBezTo>
                  <a:pt x="191012" y="182314"/>
                  <a:pt x="186035" y="177338"/>
                  <a:pt x="186035" y="171152"/>
                </a:cubicBezTo>
                <a:close/>
                <a:moveTo>
                  <a:pt x="104180" y="81855"/>
                </a:moveTo>
                <a:cubicBezTo>
                  <a:pt x="116501" y="81855"/>
                  <a:pt x="126504" y="91859"/>
                  <a:pt x="126504" y="104180"/>
                </a:cubicBezTo>
                <a:cubicBezTo>
                  <a:pt x="126504" y="116501"/>
                  <a:pt x="116501" y="126504"/>
                  <a:pt x="104180" y="126504"/>
                </a:cubicBezTo>
                <a:cubicBezTo>
                  <a:pt x="91859" y="126504"/>
                  <a:pt x="81855" y="116501"/>
                  <a:pt x="81855" y="104180"/>
                </a:cubicBezTo>
                <a:cubicBezTo>
                  <a:pt x="81855" y="91859"/>
                  <a:pt x="91859" y="81855"/>
                  <a:pt x="104180" y="81855"/>
                </a:cubicBezTo>
                <a:close/>
                <a:moveTo>
                  <a:pt x="171152" y="104180"/>
                </a:moveTo>
                <a:cubicBezTo>
                  <a:pt x="171152" y="91859"/>
                  <a:pt x="181155" y="81855"/>
                  <a:pt x="193477" y="81855"/>
                </a:cubicBezTo>
                <a:cubicBezTo>
                  <a:pt x="205798" y="81855"/>
                  <a:pt x="215801" y="91859"/>
                  <a:pt x="215801" y="104180"/>
                </a:cubicBezTo>
                <a:cubicBezTo>
                  <a:pt x="215801" y="116501"/>
                  <a:pt x="205798" y="126504"/>
                  <a:pt x="193477" y="126504"/>
                </a:cubicBezTo>
                <a:cubicBezTo>
                  <a:pt x="181155" y="126504"/>
                  <a:pt x="171152" y="116501"/>
                  <a:pt x="171152" y="104180"/>
                </a:cubicBezTo>
                <a:close/>
                <a:moveTo>
                  <a:pt x="29766" y="104180"/>
                </a:moveTo>
                <a:cubicBezTo>
                  <a:pt x="29766" y="95948"/>
                  <a:pt x="23115" y="89297"/>
                  <a:pt x="14883" y="89297"/>
                </a:cubicBezTo>
                <a:cubicBezTo>
                  <a:pt x="6651" y="89297"/>
                  <a:pt x="0" y="95948"/>
                  <a:pt x="0" y="104180"/>
                </a:cubicBezTo>
                <a:lnTo>
                  <a:pt x="0" y="148828"/>
                </a:lnTo>
                <a:cubicBezTo>
                  <a:pt x="0" y="157060"/>
                  <a:pt x="6651" y="163711"/>
                  <a:pt x="14883" y="163711"/>
                </a:cubicBezTo>
                <a:cubicBezTo>
                  <a:pt x="23115" y="163711"/>
                  <a:pt x="29766" y="157060"/>
                  <a:pt x="29766" y="148828"/>
                </a:cubicBezTo>
                <a:lnTo>
                  <a:pt x="29766" y="104180"/>
                </a:lnTo>
                <a:close/>
                <a:moveTo>
                  <a:pt x="282773" y="89297"/>
                </a:moveTo>
                <a:cubicBezTo>
                  <a:pt x="274541" y="89297"/>
                  <a:pt x="267891" y="95948"/>
                  <a:pt x="267891" y="104180"/>
                </a:cubicBezTo>
                <a:lnTo>
                  <a:pt x="267891" y="148828"/>
                </a:lnTo>
                <a:cubicBezTo>
                  <a:pt x="267891" y="157060"/>
                  <a:pt x="274541" y="163711"/>
                  <a:pt x="282773" y="163711"/>
                </a:cubicBezTo>
                <a:cubicBezTo>
                  <a:pt x="291005" y="163711"/>
                  <a:pt x="297656" y="157060"/>
                  <a:pt x="297656" y="148828"/>
                </a:cubicBezTo>
                <a:lnTo>
                  <a:pt x="297656" y="104180"/>
                </a:lnTo>
                <a:cubicBezTo>
                  <a:pt x="297656" y="95948"/>
                  <a:pt x="291005" y="89297"/>
                  <a:pt x="282773" y="89297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6" name="Text 24"/>
          <p:cNvSpPr/>
          <p:nvPr/>
        </p:nvSpPr>
        <p:spPr>
          <a:xfrm>
            <a:off x="8251230" y="4152902"/>
            <a:ext cx="317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OpenAI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8992" y="4718050"/>
            <a:ext cx="3419475" cy="879475"/>
          </a:xfrm>
          <a:custGeom>
            <a:avLst/>
            <a:gdLst/>
            <a:ahLst/>
            <a:cxnLst/>
            <a:rect l="l" t="t" r="r" b="b"/>
            <a:pathLst>
              <a:path w="3419475" h="879475">
                <a:moveTo>
                  <a:pt x="79373" y="0"/>
                </a:moveTo>
                <a:lnTo>
                  <a:pt x="3340102" y="0"/>
                </a:lnTo>
                <a:cubicBezTo>
                  <a:pt x="3383939" y="0"/>
                  <a:pt x="3419475" y="35536"/>
                  <a:pt x="3419475" y="79373"/>
                </a:cubicBezTo>
                <a:lnTo>
                  <a:pt x="3419475" y="800102"/>
                </a:lnTo>
                <a:cubicBezTo>
                  <a:pt x="3419475" y="843939"/>
                  <a:pt x="3383939" y="879475"/>
                  <a:pt x="3340102" y="879475"/>
                </a:cubicBezTo>
                <a:lnTo>
                  <a:pt x="79373" y="879475"/>
                </a:lnTo>
                <a:cubicBezTo>
                  <a:pt x="35536" y="879475"/>
                  <a:pt x="0" y="843939"/>
                  <a:pt x="0" y="800102"/>
                </a:cubicBezTo>
                <a:lnTo>
                  <a:pt x="0" y="79373"/>
                </a:lnTo>
                <a:cubicBezTo>
                  <a:pt x="0" y="35566"/>
                  <a:pt x="35566" y="0"/>
                  <a:pt x="79373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06174" y="4879973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0" y="156270"/>
                </a:moveTo>
                <a:cubicBezTo>
                  <a:pt x="0" y="193244"/>
                  <a:pt x="29998" y="223242"/>
                  <a:pt x="66973" y="223242"/>
                </a:cubicBezTo>
                <a:lnTo>
                  <a:pt x="208359" y="223242"/>
                </a:lnTo>
                <a:cubicBezTo>
                  <a:pt x="241241" y="223242"/>
                  <a:pt x="267891" y="196593"/>
                  <a:pt x="267891" y="163711"/>
                </a:cubicBezTo>
                <a:cubicBezTo>
                  <a:pt x="267891" y="139712"/>
                  <a:pt x="253705" y="119016"/>
                  <a:pt x="233242" y="109621"/>
                </a:cubicBezTo>
                <a:cubicBezTo>
                  <a:pt x="236358" y="103529"/>
                  <a:pt x="238125" y="96599"/>
                  <a:pt x="238125" y="89297"/>
                </a:cubicBezTo>
                <a:cubicBezTo>
                  <a:pt x="238125" y="64647"/>
                  <a:pt x="218126" y="44648"/>
                  <a:pt x="193477" y="44648"/>
                </a:cubicBezTo>
                <a:cubicBezTo>
                  <a:pt x="185245" y="44648"/>
                  <a:pt x="177571" y="46881"/>
                  <a:pt x="170966" y="50741"/>
                </a:cubicBezTo>
                <a:cubicBezTo>
                  <a:pt x="159758" y="29440"/>
                  <a:pt x="137387" y="14883"/>
                  <a:pt x="111621" y="14883"/>
                </a:cubicBezTo>
                <a:cubicBezTo>
                  <a:pt x="74647" y="14883"/>
                  <a:pt x="44648" y="44881"/>
                  <a:pt x="44648" y="81855"/>
                </a:cubicBezTo>
                <a:cubicBezTo>
                  <a:pt x="44648" y="85576"/>
                  <a:pt x="44974" y="89250"/>
                  <a:pt x="45532" y="92785"/>
                </a:cubicBezTo>
                <a:cubicBezTo>
                  <a:pt x="19069" y="101715"/>
                  <a:pt x="0" y="126783"/>
                  <a:pt x="0" y="15627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9" name="Text 27"/>
          <p:cNvSpPr/>
          <p:nvPr/>
        </p:nvSpPr>
        <p:spPr>
          <a:xfrm>
            <a:off x="8251230" y="5197473"/>
            <a:ext cx="317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Blob Storage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3375" y="6162678"/>
            <a:ext cx="3706813" cy="1071563"/>
          </a:xfrm>
          <a:custGeom>
            <a:avLst/>
            <a:gdLst/>
            <a:ahLst/>
            <a:cxnLst/>
            <a:rect l="l" t="t" r="r" b="b"/>
            <a:pathLst>
              <a:path w="3706813" h="1071563">
                <a:moveTo>
                  <a:pt x="31750" y="0"/>
                </a:moveTo>
                <a:lnTo>
                  <a:pt x="3627442" y="0"/>
                </a:lnTo>
                <a:cubicBezTo>
                  <a:pt x="3671277" y="0"/>
                  <a:pt x="3706812" y="35535"/>
                  <a:pt x="3706812" y="79371"/>
                </a:cubicBezTo>
                <a:lnTo>
                  <a:pt x="3706813" y="992192"/>
                </a:lnTo>
                <a:cubicBezTo>
                  <a:pt x="3706812" y="1036027"/>
                  <a:pt x="3671277" y="1071563"/>
                  <a:pt x="3627442" y="1071563"/>
                </a:cubicBezTo>
                <a:lnTo>
                  <a:pt x="31750" y="1071563"/>
                </a:lnTo>
                <a:cubicBezTo>
                  <a:pt x="14227" y="1071563"/>
                  <a:pt x="0" y="1057336"/>
                  <a:pt x="0" y="10398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3375" y="6162678"/>
            <a:ext cx="31750" cy="1071563"/>
          </a:xfrm>
          <a:custGeom>
            <a:avLst/>
            <a:gdLst/>
            <a:ahLst/>
            <a:cxnLst/>
            <a:rect l="l" t="t" r="r" b="b"/>
            <a:pathLst>
              <a:path w="31750" h="1071563">
                <a:moveTo>
                  <a:pt x="31750" y="0"/>
                </a:moveTo>
                <a:lnTo>
                  <a:pt x="31750" y="0"/>
                </a:lnTo>
                <a:lnTo>
                  <a:pt x="31750" y="1071563"/>
                </a:lnTo>
                <a:lnTo>
                  <a:pt x="31750" y="1071563"/>
                </a:lnTo>
                <a:cubicBezTo>
                  <a:pt x="14227" y="1071563"/>
                  <a:pt x="0" y="1057336"/>
                  <a:pt x="0" y="10398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2" name="Text 30"/>
          <p:cNvSpPr/>
          <p:nvPr/>
        </p:nvSpPr>
        <p:spPr>
          <a:xfrm>
            <a:off x="508000" y="6321428"/>
            <a:ext cx="3442891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TRANSITION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8000" y="6599241"/>
            <a:ext cx="345281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code changes required for cloud migration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51821" y="6162678"/>
            <a:ext cx="3706813" cy="1071563"/>
          </a:xfrm>
          <a:custGeom>
            <a:avLst/>
            <a:gdLst/>
            <a:ahLst/>
            <a:cxnLst/>
            <a:rect l="l" t="t" r="r" b="b"/>
            <a:pathLst>
              <a:path w="3706813" h="1071563">
                <a:moveTo>
                  <a:pt x="31750" y="0"/>
                </a:moveTo>
                <a:lnTo>
                  <a:pt x="3627442" y="0"/>
                </a:lnTo>
                <a:cubicBezTo>
                  <a:pt x="3671277" y="0"/>
                  <a:pt x="3706812" y="35535"/>
                  <a:pt x="3706812" y="79371"/>
                </a:cubicBezTo>
                <a:lnTo>
                  <a:pt x="3706813" y="992192"/>
                </a:lnTo>
                <a:cubicBezTo>
                  <a:pt x="3706812" y="1036027"/>
                  <a:pt x="3671277" y="1071563"/>
                  <a:pt x="3627442" y="1071563"/>
                </a:cubicBezTo>
                <a:lnTo>
                  <a:pt x="31750" y="1071563"/>
                </a:lnTo>
                <a:cubicBezTo>
                  <a:pt x="14227" y="1071563"/>
                  <a:pt x="0" y="1057336"/>
                  <a:pt x="0" y="10398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251821" y="6162678"/>
            <a:ext cx="31750" cy="1071563"/>
          </a:xfrm>
          <a:custGeom>
            <a:avLst/>
            <a:gdLst/>
            <a:ahLst/>
            <a:cxnLst/>
            <a:rect l="l" t="t" r="r" b="b"/>
            <a:pathLst>
              <a:path w="31750" h="1071563">
                <a:moveTo>
                  <a:pt x="31750" y="0"/>
                </a:moveTo>
                <a:lnTo>
                  <a:pt x="31750" y="0"/>
                </a:lnTo>
                <a:lnTo>
                  <a:pt x="31750" y="1071563"/>
                </a:lnTo>
                <a:lnTo>
                  <a:pt x="31750" y="1071563"/>
                </a:lnTo>
                <a:cubicBezTo>
                  <a:pt x="14227" y="1071563"/>
                  <a:pt x="0" y="1057336"/>
                  <a:pt x="0" y="10398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6" name="Text 34"/>
          <p:cNvSpPr/>
          <p:nvPr/>
        </p:nvSpPr>
        <p:spPr>
          <a:xfrm>
            <a:off x="4426446" y="6321428"/>
            <a:ext cx="3442891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SCALE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26446" y="6599241"/>
            <a:ext cx="34528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services provide unlimited scalability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70268" y="6162678"/>
            <a:ext cx="3706813" cy="1071563"/>
          </a:xfrm>
          <a:custGeom>
            <a:avLst/>
            <a:gdLst/>
            <a:ahLst/>
            <a:cxnLst/>
            <a:rect l="l" t="t" r="r" b="b"/>
            <a:pathLst>
              <a:path w="3706813" h="1071563">
                <a:moveTo>
                  <a:pt x="31750" y="0"/>
                </a:moveTo>
                <a:lnTo>
                  <a:pt x="3627442" y="0"/>
                </a:lnTo>
                <a:cubicBezTo>
                  <a:pt x="3671277" y="0"/>
                  <a:pt x="3706812" y="35535"/>
                  <a:pt x="3706812" y="79371"/>
                </a:cubicBezTo>
                <a:lnTo>
                  <a:pt x="3706813" y="992192"/>
                </a:lnTo>
                <a:cubicBezTo>
                  <a:pt x="3706812" y="1036027"/>
                  <a:pt x="3671277" y="1071563"/>
                  <a:pt x="3627442" y="1071563"/>
                </a:cubicBezTo>
                <a:lnTo>
                  <a:pt x="31750" y="1071563"/>
                </a:lnTo>
                <a:cubicBezTo>
                  <a:pt x="14227" y="1071563"/>
                  <a:pt x="0" y="1057336"/>
                  <a:pt x="0" y="10398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5A6C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170268" y="6162678"/>
            <a:ext cx="31750" cy="1071563"/>
          </a:xfrm>
          <a:custGeom>
            <a:avLst/>
            <a:gdLst/>
            <a:ahLst/>
            <a:cxnLst/>
            <a:rect l="l" t="t" r="r" b="b"/>
            <a:pathLst>
              <a:path w="31750" h="1071563">
                <a:moveTo>
                  <a:pt x="31750" y="0"/>
                </a:moveTo>
                <a:lnTo>
                  <a:pt x="31750" y="0"/>
                </a:lnTo>
                <a:lnTo>
                  <a:pt x="31750" y="1071563"/>
                </a:lnTo>
                <a:lnTo>
                  <a:pt x="31750" y="1071563"/>
                </a:lnTo>
                <a:cubicBezTo>
                  <a:pt x="14227" y="1071563"/>
                  <a:pt x="0" y="1057336"/>
                  <a:pt x="0" y="10398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0" name="Text 38"/>
          <p:cNvSpPr/>
          <p:nvPr/>
        </p:nvSpPr>
        <p:spPr>
          <a:xfrm>
            <a:off x="8344893" y="6321428"/>
            <a:ext cx="3442891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4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READY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44893" y="6599241"/>
            <a:ext cx="345281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designed for enterprise deployment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ed199bde2c28673032311827e09ff39e2dd99239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722" r="722" t="0" b="0"/>
          <a:stretch/>
        </p:blipFill>
        <p:spPr>
          <a:xfrm>
            <a:off x="0" y="0"/>
            <a:ext cx="12192000" cy="685697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977"/>
          </a:xfrm>
          <a:custGeom>
            <a:avLst/>
            <a:gdLst/>
            <a:ahLst/>
            <a:cxn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3D5A6C">
                  <a:alpha val="7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7302" y="327302"/>
            <a:ext cx="409128" cy="409128"/>
          </a:xfrm>
          <a:custGeom>
            <a:avLst/>
            <a:gdLst/>
            <a:ahLst/>
            <a:cxnLst/>
            <a:rect l="l" t="t" r="r" b="b"/>
            <a:pathLst>
              <a:path w="409128" h="409128">
                <a:moveTo>
                  <a:pt x="81826" y="0"/>
                </a:moveTo>
                <a:lnTo>
                  <a:pt x="327302" y="0"/>
                </a:lnTo>
                <a:cubicBezTo>
                  <a:pt x="372493" y="0"/>
                  <a:pt x="409128" y="36635"/>
                  <a:pt x="409128" y="81826"/>
                </a:cubicBezTo>
                <a:lnTo>
                  <a:pt x="409128" y="327302"/>
                </a:lnTo>
                <a:cubicBezTo>
                  <a:pt x="409128" y="372493"/>
                  <a:pt x="372493" y="409128"/>
                  <a:pt x="327302" y="409128"/>
                </a:cubicBezTo>
                <a:lnTo>
                  <a:pt x="81826" y="409128"/>
                </a:lnTo>
                <a:cubicBezTo>
                  <a:pt x="36635" y="409128"/>
                  <a:pt x="0" y="372493"/>
                  <a:pt x="0" y="327302"/>
                </a:cubicBezTo>
                <a:lnTo>
                  <a:pt x="0" y="81826"/>
                </a:lnTo>
                <a:cubicBezTo>
                  <a:pt x="0" y="36635"/>
                  <a:pt x="36635" y="0"/>
                  <a:pt x="81826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39301" y="441858"/>
            <a:ext cx="184107" cy="184107"/>
          </a:xfrm>
          <a:custGeom>
            <a:avLst/>
            <a:gdLst/>
            <a:ahLst/>
            <a:cxnLst/>
            <a:rect l="l" t="t" r="r" b="b"/>
            <a:pathLst>
              <a:path w="184107" h="184107">
                <a:moveTo>
                  <a:pt x="23013" y="23013"/>
                </a:moveTo>
                <a:cubicBezTo>
                  <a:pt x="23013" y="16649"/>
                  <a:pt x="17871" y="11507"/>
                  <a:pt x="11507" y="11507"/>
                </a:cubicBezTo>
                <a:cubicBezTo>
                  <a:pt x="5142" y="11507"/>
                  <a:pt x="0" y="16649"/>
                  <a:pt x="0" y="23013"/>
                </a:cubicBezTo>
                <a:lnTo>
                  <a:pt x="0" y="143834"/>
                </a:lnTo>
                <a:cubicBezTo>
                  <a:pt x="0" y="159728"/>
                  <a:pt x="12873" y="172601"/>
                  <a:pt x="28767" y="172601"/>
                </a:cubicBezTo>
                <a:lnTo>
                  <a:pt x="172601" y="172601"/>
                </a:lnTo>
                <a:cubicBezTo>
                  <a:pt x="178965" y="172601"/>
                  <a:pt x="184107" y="167459"/>
                  <a:pt x="184107" y="161094"/>
                </a:cubicBezTo>
                <a:cubicBezTo>
                  <a:pt x="184107" y="154729"/>
                  <a:pt x="178965" y="149587"/>
                  <a:pt x="172601" y="149587"/>
                </a:cubicBezTo>
                <a:lnTo>
                  <a:pt x="28767" y="149587"/>
                </a:lnTo>
                <a:cubicBezTo>
                  <a:pt x="25602" y="149587"/>
                  <a:pt x="23013" y="146998"/>
                  <a:pt x="23013" y="143834"/>
                </a:cubicBezTo>
                <a:lnTo>
                  <a:pt x="23013" y="23013"/>
                </a:lnTo>
                <a:close/>
                <a:moveTo>
                  <a:pt x="169221" y="54153"/>
                </a:moveTo>
                <a:cubicBezTo>
                  <a:pt x="173715" y="49659"/>
                  <a:pt x="173715" y="42359"/>
                  <a:pt x="169221" y="37864"/>
                </a:cubicBezTo>
                <a:cubicBezTo>
                  <a:pt x="164726" y="33369"/>
                  <a:pt x="157426" y="33369"/>
                  <a:pt x="152931" y="37864"/>
                </a:cubicBezTo>
                <a:lnTo>
                  <a:pt x="115067" y="75765"/>
                </a:lnTo>
                <a:lnTo>
                  <a:pt x="94427" y="55160"/>
                </a:lnTo>
                <a:cubicBezTo>
                  <a:pt x="89932" y="50665"/>
                  <a:pt x="82633" y="50665"/>
                  <a:pt x="78138" y="55160"/>
                </a:cubicBezTo>
                <a:lnTo>
                  <a:pt x="43618" y="89680"/>
                </a:lnTo>
                <a:cubicBezTo>
                  <a:pt x="39123" y="94175"/>
                  <a:pt x="39123" y="101475"/>
                  <a:pt x="43618" y="105970"/>
                </a:cubicBezTo>
                <a:cubicBezTo>
                  <a:pt x="48112" y="110464"/>
                  <a:pt x="55412" y="110464"/>
                  <a:pt x="59907" y="105970"/>
                </a:cubicBezTo>
                <a:lnTo>
                  <a:pt x="86300" y="79576"/>
                </a:lnTo>
                <a:lnTo>
                  <a:pt x="106940" y="100216"/>
                </a:lnTo>
                <a:cubicBezTo>
                  <a:pt x="111435" y="104711"/>
                  <a:pt x="118735" y="104711"/>
                  <a:pt x="123230" y="100216"/>
                </a:cubicBezTo>
                <a:lnTo>
                  <a:pt x="169257" y="54189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6" name="Text 3"/>
          <p:cNvSpPr/>
          <p:nvPr/>
        </p:nvSpPr>
        <p:spPr>
          <a:xfrm>
            <a:off x="859168" y="409128"/>
            <a:ext cx="1243748" cy="24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9" b="1" spc="64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 &amp; IMPACT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7302" y="818255"/>
            <a:ext cx="11782872" cy="49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66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Value Delivered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0575" y="1557958"/>
            <a:ext cx="3672329" cy="3958718"/>
          </a:xfrm>
          <a:custGeom>
            <a:avLst/>
            <a:gdLst/>
            <a:ahLst/>
            <a:cxnLst/>
            <a:rect l="l" t="t" r="r" b="b"/>
            <a:pathLst>
              <a:path w="3672329" h="3958718">
                <a:moveTo>
                  <a:pt x="122729" y="0"/>
                </a:moveTo>
                <a:lnTo>
                  <a:pt x="3549599" y="0"/>
                </a:lnTo>
                <a:cubicBezTo>
                  <a:pt x="3617335" y="0"/>
                  <a:pt x="3672329" y="54993"/>
                  <a:pt x="3672329" y="122729"/>
                </a:cubicBezTo>
                <a:lnTo>
                  <a:pt x="3672329" y="3835989"/>
                </a:lnTo>
                <a:cubicBezTo>
                  <a:pt x="3672329" y="3903725"/>
                  <a:pt x="3617335" y="3958718"/>
                  <a:pt x="3549599" y="3958718"/>
                </a:cubicBezTo>
                <a:lnTo>
                  <a:pt x="122729" y="3958718"/>
                </a:lnTo>
                <a:cubicBezTo>
                  <a:pt x="54993" y="3958718"/>
                  <a:pt x="0" y="3903725"/>
                  <a:pt x="0" y="3835989"/>
                </a:cubicBezTo>
                <a:lnTo>
                  <a:pt x="0" y="122729"/>
                </a:lnTo>
                <a:cubicBezTo>
                  <a:pt x="0" y="54993"/>
                  <a:pt x="54993" y="0"/>
                  <a:pt x="122729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9325" y="1806706"/>
            <a:ext cx="654604" cy="654604"/>
          </a:xfrm>
          <a:custGeom>
            <a:avLst/>
            <a:gdLst/>
            <a:ahLst/>
            <a:cxnLst/>
            <a:rect l="l" t="t" r="r" b="b"/>
            <a:pathLst>
              <a:path w="654604" h="654604">
                <a:moveTo>
                  <a:pt x="122738" y="0"/>
                </a:moveTo>
                <a:lnTo>
                  <a:pt x="531866" y="0"/>
                </a:lnTo>
                <a:cubicBezTo>
                  <a:pt x="599652" y="0"/>
                  <a:pt x="654604" y="54952"/>
                  <a:pt x="654604" y="122738"/>
                </a:cubicBezTo>
                <a:lnTo>
                  <a:pt x="654604" y="531866"/>
                </a:lnTo>
                <a:cubicBezTo>
                  <a:pt x="654604" y="599652"/>
                  <a:pt x="599652" y="654604"/>
                  <a:pt x="531866" y="654604"/>
                </a:cubicBezTo>
                <a:lnTo>
                  <a:pt x="122738" y="654604"/>
                </a:lnTo>
                <a:cubicBezTo>
                  <a:pt x="54952" y="654604"/>
                  <a:pt x="0" y="599652"/>
                  <a:pt x="0" y="531866"/>
                </a:cubicBezTo>
                <a:lnTo>
                  <a:pt x="0" y="122738"/>
                </a:lnTo>
                <a:cubicBezTo>
                  <a:pt x="0" y="54997"/>
                  <a:pt x="54997" y="0"/>
                  <a:pt x="122738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53715" y="1982630"/>
            <a:ext cx="306846" cy="306846"/>
          </a:xfrm>
          <a:custGeom>
            <a:avLst/>
            <a:gdLst/>
            <a:ahLst/>
            <a:cxnLst/>
            <a:rect l="l" t="t" r="r" b="b"/>
            <a:pathLst>
              <a:path w="306846" h="306846">
                <a:moveTo>
                  <a:pt x="153423" y="0"/>
                </a:moveTo>
                <a:cubicBezTo>
                  <a:pt x="238099" y="0"/>
                  <a:pt x="306846" y="68746"/>
                  <a:pt x="306846" y="153423"/>
                </a:cubicBezTo>
                <a:cubicBezTo>
                  <a:pt x="306846" y="238099"/>
                  <a:pt x="238099" y="306846"/>
                  <a:pt x="153423" y="306846"/>
                </a:cubicBezTo>
                <a:cubicBezTo>
                  <a:pt x="68746" y="306846"/>
                  <a:pt x="0" y="238099"/>
                  <a:pt x="0" y="153423"/>
                </a:cubicBezTo>
                <a:cubicBezTo>
                  <a:pt x="0" y="68746"/>
                  <a:pt x="68746" y="0"/>
                  <a:pt x="153423" y="0"/>
                </a:cubicBezTo>
                <a:close/>
                <a:moveTo>
                  <a:pt x="139039" y="71917"/>
                </a:moveTo>
                <a:lnTo>
                  <a:pt x="139039" y="153423"/>
                </a:lnTo>
                <a:cubicBezTo>
                  <a:pt x="139039" y="158217"/>
                  <a:pt x="141437" y="162712"/>
                  <a:pt x="145452" y="165409"/>
                </a:cubicBezTo>
                <a:lnTo>
                  <a:pt x="202986" y="203765"/>
                </a:lnTo>
                <a:cubicBezTo>
                  <a:pt x="209578" y="208200"/>
                  <a:pt x="218508" y="206402"/>
                  <a:pt x="222943" y="199749"/>
                </a:cubicBezTo>
                <a:cubicBezTo>
                  <a:pt x="227377" y="193097"/>
                  <a:pt x="225579" y="184227"/>
                  <a:pt x="218927" y="179792"/>
                </a:cubicBezTo>
                <a:lnTo>
                  <a:pt x="167806" y="145752"/>
                </a:lnTo>
                <a:lnTo>
                  <a:pt x="167806" y="71917"/>
                </a:lnTo>
                <a:cubicBezTo>
                  <a:pt x="167806" y="63946"/>
                  <a:pt x="161394" y="57534"/>
                  <a:pt x="153423" y="57534"/>
                </a:cubicBezTo>
                <a:cubicBezTo>
                  <a:pt x="145452" y="57534"/>
                  <a:pt x="139039" y="63946"/>
                  <a:pt x="139039" y="71917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1" name="Text 8"/>
          <p:cNvSpPr/>
          <p:nvPr/>
        </p:nvSpPr>
        <p:spPr>
          <a:xfrm>
            <a:off x="579325" y="2665873"/>
            <a:ext cx="3328252" cy="368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16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9325" y="3156826"/>
            <a:ext cx="3256655" cy="801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9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contract review cycles from days to hours. Legal teams can process 10x more contracts with the same resources.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5690" y="4159189"/>
            <a:ext cx="3158464" cy="1104644"/>
          </a:xfrm>
          <a:custGeom>
            <a:avLst/>
            <a:gdLst/>
            <a:ahLst/>
            <a:cxnLst/>
            <a:rect l="l" t="t" r="r" b="b"/>
            <a:pathLst>
              <a:path w="3158464" h="1104644">
                <a:moveTo>
                  <a:pt x="32730" y="0"/>
                </a:moveTo>
                <a:lnTo>
                  <a:pt x="3076643" y="0"/>
                </a:lnTo>
                <a:cubicBezTo>
                  <a:pt x="3121832" y="0"/>
                  <a:pt x="3158464" y="36633"/>
                  <a:pt x="3158464" y="81821"/>
                </a:cubicBezTo>
                <a:lnTo>
                  <a:pt x="3158464" y="1022823"/>
                </a:lnTo>
                <a:cubicBezTo>
                  <a:pt x="3158464" y="1068012"/>
                  <a:pt x="3121832" y="1104644"/>
                  <a:pt x="3076643" y="1104644"/>
                </a:cubicBezTo>
                <a:lnTo>
                  <a:pt x="32730" y="1104644"/>
                </a:lnTo>
                <a:cubicBezTo>
                  <a:pt x="14654" y="1104644"/>
                  <a:pt x="0" y="1089990"/>
                  <a:pt x="0" y="1071914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5690" y="4159189"/>
            <a:ext cx="32730" cy="1104644"/>
          </a:xfrm>
          <a:custGeom>
            <a:avLst/>
            <a:gdLst/>
            <a:ahLst/>
            <a:cxnLst/>
            <a:rect l="l" t="t" r="r" b="b"/>
            <a:pathLst>
              <a:path w="32730" h="1104644">
                <a:moveTo>
                  <a:pt x="32730" y="0"/>
                </a:moveTo>
                <a:lnTo>
                  <a:pt x="32730" y="0"/>
                </a:lnTo>
                <a:lnTo>
                  <a:pt x="32730" y="1104644"/>
                </a:lnTo>
                <a:lnTo>
                  <a:pt x="32730" y="1104644"/>
                </a:lnTo>
                <a:cubicBezTo>
                  <a:pt x="14654" y="1104644"/>
                  <a:pt x="0" y="1089990"/>
                  <a:pt x="0" y="1071914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5" name="Text 12"/>
          <p:cNvSpPr/>
          <p:nvPr/>
        </p:nvSpPr>
        <p:spPr>
          <a:xfrm>
            <a:off x="775706" y="4322840"/>
            <a:ext cx="2886395" cy="204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8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TYPICAL IMPACT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5706" y="4568316"/>
            <a:ext cx="2937536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93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 Faster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5706" y="4895618"/>
            <a:ext cx="2886395" cy="204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8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cycle reduction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57585" y="1557958"/>
            <a:ext cx="3672329" cy="3958718"/>
          </a:xfrm>
          <a:custGeom>
            <a:avLst/>
            <a:gdLst/>
            <a:ahLst/>
            <a:cxnLst/>
            <a:rect l="l" t="t" r="r" b="b"/>
            <a:pathLst>
              <a:path w="3672329" h="3958718">
                <a:moveTo>
                  <a:pt x="122729" y="0"/>
                </a:moveTo>
                <a:lnTo>
                  <a:pt x="3549599" y="0"/>
                </a:lnTo>
                <a:cubicBezTo>
                  <a:pt x="3617335" y="0"/>
                  <a:pt x="3672329" y="54993"/>
                  <a:pt x="3672329" y="122729"/>
                </a:cubicBezTo>
                <a:lnTo>
                  <a:pt x="3672329" y="3835989"/>
                </a:lnTo>
                <a:cubicBezTo>
                  <a:pt x="3672329" y="3903725"/>
                  <a:pt x="3617335" y="3958718"/>
                  <a:pt x="3549599" y="3958718"/>
                </a:cubicBezTo>
                <a:lnTo>
                  <a:pt x="122729" y="3958718"/>
                </a:lnTo>
                <a:cubicBezTo>
                  <a:pt x="54993" y="3958718"/>
                  <a:pt x="0" y="3903725"/>
                  <a:pt x="0" y="3835989"/>
                </a:cubicBezTo>
                <a:lnTo>
                  <a:pt x="0" y="122729"/>
                </a:lnTo>
                <a:cubicBezTo>
                  <a:pt x="0" y="54993"/>
                  <a:pt x="54993" y="0"/>
                  <a:pt x="122729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06335" y="1806706"/>
            <a:ext cx="654604" cy="654604"/>
          </a:xfrm>
          <a:custGeom>
            <a:avLst/>
            <a:gdLst/>
            <a:ahLst/>
            <a:cxnLst/>
            <a:rect l="l" t="t" r="r" b="b"/>
            <a:pathLst>
              <a:path w="654604" h="654604">
                <a:moveTo>
                  <a:pt x="122738" y="0"/>
                </a:moveTo>
                <a:lnTo>
                  <a:pt x="531866" y="0"/>
                </a:lnTo>
                <a:cubicBezTo>
                  <a:pt x="599652" y="0"/>
                  <a:pt x="654604" y="54952"/>
                  <a:pt x="654604" y="122738"/>
                </a:cubicBezTo>
                <a:lnTo>
                  <a:pt x="654604" y="531866"/>
                </a:lnTo>
                <a:cubicBezTo>
                  <a:pt x="654604" y="599652"/>
                  <a:pt x="599652" y="654604"/>
                  <a:pt x="531866" y="654604"/>
                </a:cubicBezTo>
                <a:lnTo>
                  <a:pt x="122738" y="654604"/>
                </a:lnTo>
                <a:cubicBezTo>
                  <a:pt x="54952" y="654604"/>
                  <a:pt x="0" y="599652"/>
                  <a:pt x="0" y="531866"/>
                </a:cubicBezTo>
                <a:lnTo>
                  <a:pt x="0" y="122738"/>
                </a:lnTo>
                <a:cubicBezTo>
                  <a:pt x="0" y="54997"/>
                  <a:pt x="54997" y="0"/>
                  <a:pt x="122738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680726" y="1982630"/>
            <a:ext cx="306846" cy="306846"/>
          </a:xfrm>
          <a:custGeom>
            <a:avLst/>
            <a:gdLst/>
            <a:ahLst/>
            <a:cxnLst/>
            <a:rect l="l" t="t" r="r" b="b"/>
            <a:pathLst>
              <a:path w="306846" h="306846">
                <a:moveTo>
                  <a:pt x="39494" y="136942"/>
                </a:moveTo>
                <a:cubicBezTo>
                  <a:pt x="47465" y="81206"/>
                  <a:pt x="95470" y="38356"/>
                  <a:pt x="153423" y="38356"/>
                </a:cubicBezTo>
                <a:cubicBezTo>
                  <a:pt x="185186" y="38356"/>
                  <a:pt x="213953" y="51241"/>
                  <a:pt x="234809" y="72037"/>
                </a:cubicBezTo>
                <a:cubicBezTo>
                  <a:pt x="234929" y="72157"/>
                  <a:pt x="235049" y="72277"/>
                  <a:pt x="235168" y="72396"/>
                </a:cubicBezTo>
                <a:lnTo>
                  <a:pt x="239723" y="76711"/>
                </a:lnTo>
                <a:lnTo>
                  <a:pt x="211016" y="76711"/>
                </a:lnTo>
                <a:cubicBezTo>
                  <a:pt x="200409" y="76711"/>
                  <a:pt x="191838" y="85282"/>
                  <a:pt x="191838" y="95889"/>
                </a:cubicBezTo>
                <a:cubicBezTo>
                  <a:pt x="191838" y="106497"/>
                  <a:pt x="200409" y="115067"/>
                  <a:pt x="211016" y="115067"/>
                </a:cubicBezTo>
                <a:lnTo>
                  <a:pt x="287728" y="115067"/>
                </a:lnTo>
                <a:cubicBezTo>
                  <a:pt x="298335" y="115067"/>
                  <a:pt x="306906" y="106497"/>
                  <a:pt x="306906" y="95889"/>
                </a:cubicBezTo>
                <a:lnTo>
                  <a:pt x="306906" y="19178"/>
                </a:lnTo>
                <a:cubicBezTo>
                  <a:pt x="306906" y="8570"/>
                  <a:pt x="298335" y="0"/>
                  <a:pt x="287728" y="0"/>
                </a:cubicBezTo>
                <a:cubicBezTo>
                  <a:pt x="277120" y="0"/>
                  <a:pt x="268550" y="8570"/>
                  <a:pt x="268550" y="19178"/>
                </a:cubicBezTo>
                <a:lnTo>
                  <a:pt x="268550" y="51181"/>
                </a:lnTo>
                <a:lnTo>
                  <a:pt x="261778" y="44768"/>
                </a:lnTo>
                <a:cubicBezTo>
                  <a:pt x="234030" y="17140"/>
                  <a:pt x="195674" y="0"/>
                  <a:pt x="153423" y="0"/>
                </a:cubicBezTo>
                <a:cubicBezTo>
                  <a:pt x="76112" y="0"/>
                  <a:pt x="12166" y="57174"/>
                  <a:pt x="1558" y="131548"/>
                </a:cubicBezTo>
                <a:cubicBezTo>
                  <a:pt x="60" y="142036"/>
                  <a:pt x="7312" y="151745"/>
                  <a:pt x="17799" y="153243"/>
                </a:cubicBezTo>
                <a:cubicBezTo>
                  <a:pt x="28287" y="154741"/>
                  <a:pt x="37996" y="147430"/>
                  <a:pt x="39494" y="137002"/>
                </a:cubicBezTo>
                <a:close/>
                <a:moveTo>
                  <a:pt x="305287" y="175298"/>
                </a:moveTo>
                <a:cubicBezTo>
                  <a:pt x="306786" y="164810"/>
                  <a:pt x="299474" y="155101"/>
                  <a:pt x="289046" y="153603"/>
                </a:cubicBezTo>
                <a:cubicBezTo>
                  <a:pt x="278618" y="152104"/>
                  <a:pt x="268850" y="159416"/>
                  <a:pt x="267351" y="169844"/>
                </a:cubicBezTo>
                <a:cubicBezTo>
                  <a:pt x="259380" y="225579"/>
                  <a:pt x="211376" y="268430"/>
                  <a:pt x="153423" y="268430"/>
                </a:cubicBezTo>
                <a:cubicBezTo>
                  <a:pt x="121660" y="268430"/>
                  <a:pt x="92893" y="255545"/>
                  <a:pt x="72037" y="234749"/>
                </a:cubicBezTo>
                <a:cubicBezTo>
                  <a:pt x="71917" y="234629"/>
                  <a:pt x="71797" y="234509"/>
                  <a:pt x="71677" y="234389"/>
                </a:cubicBezTo>
                <a:lnTo>
                  <a:pt x="67122" y="230074"/>
                </a:lnTo>
                <a:lnTo>
                  <a:pt x="95829" y="230074"/>
                </a:lnTo>
                <a:cubicBezTo>
                  <a:pt x="106437" y="230074"/>
                  <a:pt x="115007" y="221504"/>
                  <a:pt x="115007" y="210896"/>
                </a:cubicBezTo>
                <a:cubicBezTo>
                  <a:pt x="115007" y="200289"/>
                  <a:pt x="106437" y="191719"/>
                  <a:pt x="95829" y="191719"/>
                </a:cubicBezTo>
                <a:lnTo>
                  <a:pt x="19178" y="191779"/>
                </a:lnTo>
                <a:cubicBezTo>
                  <a:pt x="14084" y="191779"/>
                  <a:pt x="9169" y="193816"/>
                  <a:pt x="5574" y="197472"/>
                </a:cubicBezTo>
                <a:cubicBezTo>
                  <a:pt x="1978" y="201128"/>
                  <a:pt x="-60" y="205982"/>
                  <a:pt x="0" y="211136"/>
                </a:cubicBezTo>
                <a:lnTo>
                  <a:pt x="599" y="287248"/>
                </a:lnTo>
                <a:cubicBezTo>
                  <a:pt x="659" y="297856"/>
                  <a:pt x="9349" y="306366"/>
                  <a:pt x="19957" y="306246"/>
                </a:cubicBezTo>
                <a:cubicBezTo>
                  <a:pt x="30565" y="306126"/>
                  <a:pt x="39075" y="297496"/>
                  <a:pt x="38955" y="286889"/>
                </a:cubicBezTo>
                <a:lnTo>
                  <a:pt x="38715" y="256024"/>
                </a:lnTo>
                <a:lnTo>
                  <a:pt x="45128" y="262077"/>
                </a:lnTo>
                <a:cubicBezTo>
                  <a:pt x="72876" y="289705"/>
                  <a:pt x="111172" y="306846"/>
                  <a:pt x="153423" y="306846"/>
                </a:cubicBezTo>
                <a:cubicBezTo>
                  <a:pt x="230734" y="306846"/>
                  <a:pt x="294680" y="249672"/>
                  <a:pt x="305287" y="175298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1" name="Text 18"/>
          <p:cNvSpPr/>
          <p:nvPr/>
        </p:nvSpPr>
        <p:spPr>
          <a:xfrm>
            <a:off x="4506335" y="2665873"/>
            <a:ext cx="3328252" cy="368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16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Reduction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06335" y="3156826"/>
            <a:ext cx="3256655" cy="801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9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 human error in clause detection. AI never misses critical provisions, protecting against costly oversights.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522700" y="4159189"/>
            <a:ext cx="3158464" cy="1104644"/>
          </a:xfrm>
          <a:custGeom>
            <a:avLst/>
            <a:gdLst/>
            <a:ahLst/>
            <a:cxnLst/>
            <a:rect l="l" t="t" r="r" b="b"/>
            <a:pathLst>
              <a:path w="3158464" h="1104644">
                <a:moveTo>
                  <a:pt x="32730" y="0"/>
                </a:moveTo>
                <a:lnTo>
                  <a:pt x="3076643" y="0"/>
                </a:lnTo>
                <a:cubicBezTo>
                  <a:pt x="3121832" y="0"/>
                  <a:pt x="3158464" y="36633"/>
                  <a:pt x="3158464" y="81821"/>
                </a:cubicBezTo>
                <a:lnTo>
                  <a:pt x="3158464" y="1022823"/>
                </a:lnTo>
                <a:cubicBezTo>
                  <a:pt x="3158464" y="1068012"/>
                  <a:pt x="3121832" y="1104644"/>
                  <a:pt x="3076643" y="1104644"/>
                </a:cubicBezTo>
                <a:lnTo>
                  <a:pt x="32730" y="1104644"/>
                </a:lnTo>
                <a:cubicBezTo>
                  <a:pt x="14654" y="1104644"/>
                  <a:pt x="0" y="1089990"/>
                  <a:pt x="0" y="1071914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522700" y="4159189"/>
            <a:ext cx="32730" cy="1104644"/>
          </a:xfrm>
          <a:custGeom>
            <a:avLst/>
            <a:gdLst/>
            <a:ahLst/>
            <a:cxnLst/>
            <a:rect l="l" t="t" r="r" b="b"/>
            <a:pathLst>
              <a:path w="32730" h="1104644">
                <a:moveTo>
                  <a:pt x="32730" y="0"/>
                </a:moveTo>
                <a:lnTo>
                  <a:pt x="32730" y="0"/>
                </a:lnTo>
                <a:lnTo>
                  <a:pt x="32730" y="1104644"/>
                </a:lnTo>
                <a:lnTo>
                  <a:pt x="32730" y="1104644"/>
                </a:lnTo>
                <a:cubicBezTo>
                  <a:pt x="14654" y="1104644"/>
                  <a:pt x="0" y="1089990"/>
                  <a:pt x="0" y="1071914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5" name="Text 22"/>
          <p:cNvSpPr/>
          <p:nvPr/>
        </p:nvSpPr>
        <p:spPr>
          <a:xfrm>
            <a:off x="4702717" y="4322840"/>
            <a:ext cx="2886395" cy="204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8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TYPICAL IMPACT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702717" y="4568316"/>
            <a:ext cx="2937536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93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99%+ Accuracy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702717" y="4895618"/>
            <a:ext cx="2886395" cy="204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8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Clause detection rate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184596" y="1557958"/>
            <a:ext cx="3672329" cy="3958718"/>
          </a:xfrm>
          <a:custGeom>
            <a:avLst/>
            <a:gdLst/>
            <a:ahLst/>
            <a:cxnLst/>
            <a:rect l="l" t="t" r="r" b="b"/>
            <a:pathLst>
              <a:path w="3672329" h="3958718">
                <a:moveTo>
                  <a:pt x="122729" y="0"/>
                </a:moveTo>
                <a:lnTo>
                  <a:pt x="3549599" y="0"/>
                </a:lnTo>
                <a:cubicBezTo>
                  <a:pt x="3617335" y="0"/>
                  <a:pt x="3672329" y="54993"/>
                  <a:pt x="3672329" y="122729"/>
                </a:cubicBezTo>
                <a:lnTo>
                  <a:pt x="3672329" y="3835989"/>
                </a:lnTo>
                <a:cubicBezTo>
                  <a:pt x="3672329" y="3903725"/>
                  <a:pt x="3617335" y="3958718"/>
                  <a:pt x="3549599" y="3958718"/>
                </a:cubicBezTo>
                <a:lnTo>
                  <a:pt x="122729" y="3958718"/>
                </a:lnTo>
                <a:cubicBezTo>
                  <a:pt x="54993" y="3958718"/>
                  <a:pt x="0" y="3903725"/>
                  <a:pt x="0" y="3835989"/>
                </a:cubicBezTo>
                <a:lnTo>
                  <a:pt x="0" y="122729"/>
                </a:lnTo>
                <a:cubicBezTo>
                  <a:pt x="0" y="54993"/>
                  <a:pt x="54993" y="0"/>
                  <a:pt x="122729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33346" y="1806706"/>
            <a:ext cx="654604" cy="654604"/>
          </a:xfrm>
          <a:custGeom>
            <a:avLst/>
            <a:gdLst/>
            <a:ahLst/>
            <a:cxnLst/>
            <a:rect l="l" t="t" r="r" b="b"/>
            <a:pathLst>
              <a:path w="654604" h="654604">
                <a:moveTo>
                  <a:pt x="122738" y="0"/>
                </a:moveTo>
                <a:lnTo>
                  <a:pt x="531866" y="0"/>
                </a:lnTo>
                <a:cubicBezTo>
                  <a:pt x="599652" y="0"/>
                  <a:pt x="654604" y="54952"/>
                  <a:pt x="654604" y="122738"/>
                </a:cubicBezTo>
                <a:lnTo>
                  <a:pt x="654604" y="531866"/>
                </a:lnTo>
                <a:cubicBezTo>
                  <a:pt x="654604" y="599652"/>
                  <a:pt x="599652" y="654604"/>
                  <a:pt x="531866" y="654604"/>
                </a:cubicBezTo>
                <a:lnTo>
                  <a:pt x="122738" y="654604"/>
                </a:lnTo>
                <a:cubicBezTo>
                  <a:pt x="54952" y="654604"/>
                  <a:pt x="0" y="599652"/>
                  <a:pt x="0" y="531866"/>
                </a:cubicBezTo>
                <a:lnTo>
                  <a:pt x="0" y="122738"/>
                </a:lnTo>
                <a:cubicBezTo>
                  <a:pt x="0" y="54997"/>
                  <a:pt x="54997" y="0"/>
                  <a:pt x="122738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569381" y="1982630"/>
            <a:ext cx="383557" cy="306846"/>
          </a:xfrm>
          <a:custGeom>
            <a:avLst/>
            <a:gdLst/>
            <a:ahLst/>
            <a:cxnLst/>
            <a:rect l="l" t="t" r="r" b="b"/>
            <a:pathLst>
              <a:path w="383557" h="306846">
                <a:moveTo>
                  <a:pt x="230134" y="19178"/>
                </a:moveTo>
                <a:lnTo>
                  <a:pt x="306846" y="19178"/>
                </a:lnTo>
                <a:cubicBezTo>
                  <a:pt x="317453" y="19178"/>
                  <a:pt x="326023" y="27748"/>
                  <a:pt x="326023" y="38356"/>
                </a:cubicBezTo>
                <a:cubicBezTo>
                  <a:pt x="326023" y="48963"/>
                  <a:pt x="317453" y="57534"/>
                  <a:pt x="306846" y="57534"/>
                </a:cubicBezTo>
                <a:lnTo>
                  <a:pt x="238764" y="57534"/>
                </a:lnTo>
                <a:cubicBezTo>
                  <a:pt x="235648" y="72996"/>
                  <a:pt x="225040" y="85761"/>
                  <a:pt x="210956" y="91874"/>
                </a:cubicBezTo>
                <a:lnTo>
                  <a:pt x="210956" y="268490"/>
                </a:lnTo>
                <a:lnTo>
                  <a:pt x="306846" y="268490"/>
                </a:lnTo>
                <a:cubicBezTo>
                  <a:pt x="317453" y="268490"/>
                  <a:pt x="326023" y="277060"/>
                  <a:pt x="326023" y="287668"/>
                </a:cubicBezTo>
                <a:cubicBezTo>
                  <a:pt x="326023" y="298276"/>
                  <a:pt x="317453" y="306846"/>
                  <a:pt x="306846" y="306846"/>
                </a:cubicBezTo>
                <a:lnTo>
                  <a:pt x="76711" y="306846"/>
                </a:lnTo>
                <a:cubicBezTo>
                  <a:pt x="66104" y="306846"/>
                  <a:pt x="57534" y="298276"/>
                  <a:pt x="57534" y="287668"/>
                </a:cubicBezTo>
                <a:cubicBezTo>
                  <a:pt x="57534" y="277060"/>
                  <a:pt x="66104" y="268490"/>
                  <a:pt x="76711" y="268490"/>
                </a:cubicBezTo>
                <a:lnTo>
                  <a:pt x="172601" y="268490"/>
                </a:lnTo>
                <a:lnTo>
                  <a:pt x="172601" y="91874"/>
                </a:lnTo>
                <a:cubicBezTo>
                  <a:pt x="158517" y="85701"/>
                  <a:pt x="147909" y="72936"/>
                  <a:pt x="144793" y="57534"/>
                </a:cubicBezTo>
                <a:lnTo>
                  <a:pt x="76711" y="57534"/>
                </a:lnTo>
                <a:cubicBezTo>
                  <a:pt x="66104" y="57534"/>
                  <a:pt x="57534" y="48963"/>
                  <a:pt x="57534" y="38356"/>
                </a:cubicBezTo>
                <a:cubicBezTo>
                  <a:pt x="57534" y="27748"/>
                  <a:pt x="66104" y="19178"/>
                  <a:pt x="76711" y="19178"/>
                </a:cubicBezTo>
                <a:lnTo>
                  <a:pt x="153423" y="19178"/>
                </a:lnTo>
                <a:cubicBezTo>
                  <a:pt x="162173" y="7551"/>
                  <a:pt x="176077" y="0"/>
                  <a:pt x="191779" y="0"/>
                </a:cubicBezTo>
                <a:cubicBezTo>
                  <a:pt x="207480" y="0"/>
                  <a:pt x="221384" y="7551"/>
                  <a:pt x="230134" y="19178"/>
                </a:cubicBezTo>
                <a:close/>
                <a:moveTo>
                  <a:pt x="263456" y="191779"/>
                </a:moveTo>
                <a:lnTo>
                  <a:pt x="350236" y="191779"/>
                </a:lnTo>
                <a:lnTo>
                  <a:pt x="306846" y="117344"/>
                </a:lnTo>
                <a:lnTo>
                  <a:pt x="263456" y="191779"/>
                </a:lnTo>
                <a:close/>
                <a:moveTo>
                  <a:pt x="306846" y="249312"/>
                </a:moveTo>
                <a:cubicBezTo>
                  <a:pt x="269149" y="249312"/>
                  <a:pt x="237805" y="228936"/>
                  <a:pt x="231333" y="202027"/>
                </a:cubicBezTo>
                <a:cubicBezTo>
                  <a:pt x="229775" y="195434"/>
                  <a:pt x="231932" y="188662"/>
                  <a:pt x="235348" y="182789"/>
                </a:cubicBezTo>
                <a:lnTo>
                  <a:pt x="292402" y="84982"/>
                </a:lnTo>
                <a:cubicBezTo>
                  <a:pt x="295399" y="79828"/>
                  <a:pt x="300912" y="76711"/>
                  <a:pt x="306846" y="76711"/>
                </a:cubicBezTo>
                <a:cubicBezTo>
                  <a:pt x="312779" y="76711"/>
                  <a:pt x="318292" y="79888"/>
                  <a:pt x="321289" y="84982"/>
                </a:cubicBezTo>
                <a:lnTo>
                  <a:pt x="378343" y="182789"/>
                </a:lnTo>
                <a:cubicBezTo>
                  <a:pt x="381759" y="188662"/>
                  <a:pt x="383917" y="195434"/>
                  <a:pt x="382358" y="202027"/>
                </a:cubicBezTo>
                <a:cubicBezTo>
                  <a:pt x="375886" y="228876"/>
                  <a:pt x="344542" y="249312"/>
                  <a:pt x="306846" y="249312"/>
                </a:cubicBezTo>
                <a:close/>
                <a:moveTo>
                  <a:pt x="75992" y="117344"/>
                </a:moveTo>
                <a:lnTo>
                  <a:pt x="32602" y="191779"/>
                </a:lnTo>
                <a:lnTo>
                  <a:pt x="119442" y="191779"/>
                </a:lnTo>
                <a:lnTo>
                  <a:pt x="75992" y="117344"/>
                </a:lnTo>
                <a:close/>
                <a:moveTo>
                  <a:pt x="539" y="202027"/>
                </a:moveTo>
                <a:cubicBezTo>
                  <a:pt x="-1019" y="195434"/>
                  <a:pt x="1139" y="188662"/>
                  <a:pt x="4555" y="182789"/>
                </a:cubicBezTo>
                <a:lnTo>
                  <a:pt x="61609" y="84982"/>
                </a:lnTo>
                <a:cubicBezTo>
                  <a:pt x="64605" y="79828"/>
                  <a:pt x="70119" y="76711"/>
                  <a:pt x="76052" y="76711"/>
                </a:cubicBezTo>
                <a:cubicBezTo>
                  <a:pt x="81985" y="76711"/>
                  <a:pt x="87499" y="79888"/>
                  <a:pt x="90495" y="84982"/>
                </a:cubicBezTo>
                <a:lnTo>
                  <a:pt x="147550" y="182789"/>
                </a:lnTo>
                <a:cubicBezTo>
                  <a:pt x="150966" y="188662"/>
                  <a:pt x="153123" y="195434"/>
                  <a:pt x="151565" y="202027"/>
                </a:cubicBezTo>
                <a:cubicBezTo>
                  <a:pt x="145092" y="228876"/>
                  <a:pt x="113749" y="249312"/>
                  <a:pt x="76052" y="249312"/>
                </a:cubicBezTo>
                <a:cubicBezTo>
                  <a:pt x="38356" y="249312"/>
                  <a:pt x="7012" y="228936"/>
                  <a:pt x="539" y="202027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1" name="Text 28"/>
          <p:cNvSpPr/>
          <p:nvPr/>
        </p:nvSpPr>
        <p:spPr>
          <a:xfrm>
            <a:off x="8433346" y="2665873"/>
            <a:ext cx="3328252" cy="368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16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433346" y="3156826"/>
            <a:ext cx="3256655" cy="801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9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 analysis across all contracts and reviewers. Every document receives the same rigorous examination.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449711" y="4159189"/>
            <a:ext cx="3158464" cy="1104644"/>
          </a:xfrm>
          <a:custGeom>
            <a:avLst/>
            <a:gdLst/>
            <a:ahLst/>
            <a:cxnLst/>
            <a:rect l="l" t="t" r="r" b="b"/>
            <a:pathLst>
              <a:path w="3158464" h="1104644">
                <a:moveTo>
                  <a:pt x="32730" y="0"/>
                </a:moveTo>
                <a:lnTo>
                  <a:pt x="3076643" y="0"/>
                </a:lnTo>
                <a:cubicBezTo>
                  <a:pt x="3121832" y="0"/>
                  <a:pt x="3158464" y="36633"/>
                  <a:pt x="3158464" y="81821"/>
                </a:cubicBezTo>
                <a:lnTo>
                  <a:pt x="3158464" y="1022823"/>
                </a:lnTo>
                <a:cubicBezTo>
                  <a:pt x="3158464" y="1068012"/>
                  <a:pt x="3121832" y="1104644"/>
                  <a:pt x="3076643" y="1104644"/>
                </a:cubicBezTo>
                <a:lnTo>
                  <a:pt x="32730" y="1104644"/>
                </a:lnTo>
                <a:cubicBezTo>
                  <a:pt x="14654" y="1104644"/>
                  <a:pt x="0" y="1089990"/>
                  <a:pt x="0" y="1071914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8449711" y="4159189"/>
            <a:ext cx="32730" cy="1104644"/>
          </a:xfrm>
          <a:custGeom>
            <a:avLst/>
            <a:gdLst/>
            <a:ahLst/>
            <a:cxnLst/>
            <a:rect l="l" t="t" r="r" b="b"/>
            <a:pathLst>
              <a:path w="32730" h="1104644">
                <a:moveTo>
                  <a:pt x="32730" y="0"/>
                </a:moveTo>
                <a:lnTo>
                  <a:pt x="32730" y="0"/>
                </a:lnTo>
                <a:lnTo>
                  <a:pt x="32730" y="1104644"/>
                </a:lnTo>
                <a:lnTo>
                  <a:pt x="32730" y="1104644"/>
                </a:lnTo>
                <a:cubicBezTo>
                  <a:pt x="14654" y="1104644"/>
                  <a:pt x="0" y="1089990"/>
                  <a:pt x="0" y="1071914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5" name="Text 32"/>
          <p:cNvSpPr/>
          <p:nvPr/>
        </p:nvSpPr>
        <p:spPr>
          <a:xfrm>
            <a:off x="8629727" y="4322840"/>
            <a:ext cx="2886395" cy="204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8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TYPICAL IMPACT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629727" y="4568316"/>
            <a:ext cx="2937536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93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Standard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629727" y="4895618"/>
            <a:ext cx="2886395" cy="204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8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consistency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30575" y="5764612"/>
            <a:ext cx="11527577" cy="824801"/>
          </a:xfrm>
          <a:custGeom>
            <a:avLst/>
            <a:gdLst/>
            <a:ahLst/>
            <a:cxnLst/>
            <a:rect l="l" t="t" r="r" b="b"/>
            <a:pathLst>
              <a:path w="11527577" h="824801">
                <a:moveTo>
                  <a:pt x="81829" y="0"/>
                </a:moveTo>
                <a:lnTo>
                  <a:pt x="11445748" y="0"/>
                </a:lnTo>
                <a:cubicBezTo>
                  <a:pt x="11490941" y="0"/>
                  <a:pt x="11527577" y="36636"/>
                  <a:pt x="11527577" y="81829"/>
                </a:cubicBezTo>
                <a:lnTo>
                  <a:pt x="11527577" y="742973"/>
                </a:lnTo>
                <a:cubicBezTo>
                  <a:pt x="11527577" y="788165"/>
                  <a:pt x="11490941" y="824801"/>
                  <a:pt x="11445748" y="824801"/>
                </a:cubicBezTo>
                <a:lnTo>
                  <a:pt x="81829" y="824801"/>
                </a:lnTo>
                <a:cubicBezTo>
                  <a:pt x="36636" y="824801"/>
                  <a:pt x="0" y="788165"/>
                  <a:pt x="0" y="742973"/>
                </a:cubicBezTo>
                <a:lnTo>
                  <a:pt x="0" y="81829"/>
                </a:lnTo>
                <a:cubicBezTo>
                  <a:pt x="0" y="36636"/>
                  <a:pt x="36636" y="0"/>
                  <a:pt x="81829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70221" y="5970809"/>
            <a:ext cx="122738" cy="163651"/>
          </a:xfrm>
          <a:custGeom>
            <a:avLst/>
            <a:gdLst/>
            <a:ahLst/>
            <a:cxnLst/>
            <a:rect l="l" t="t" r="r" b="b"/>
            <a:pathLst>
              <a:path w="122738" h="163651">
                <a:moveTo>
                  <a:pt x="93620" y="122738"/>
                </a:moveTo>
                <a:cubicBezTo>
                  <a:pt x="95953" y="115610"/>
                  <a:pt x="100620" y="109154"/>
                  <a:pt x="105894" y="103592"/>
                </a:cubicBezTo>
                <a:cubicBezTo>
                  <a:pt x="116346" y="92597"/>
                  <a:pt x="122738" y="77734"/>
                  <a:pt x="122738" y="61369"/>
                </a:cubicBezTo>
                <a:cubicBezTo>
                  <a:pt x="122738" y="27488"/>
                  <a:pt x="95250" y="0"/>
                  <a:pt x="61369" y="0"/>
                </a:cubicBezTo>
                <a:cubicBezTo>
                  <a:pt x="27488" y="0"/>
                  <a:pt x="0" y="27488"/>
                  <a:pt x="0" y="61369"/>
                </a:cubicBezTo>
                <a:cubicBezTo>
                  <a:pt x="0" y="77734"/>
                  <a:pt x="6393" y="92597"/>
                  <a:pt x="16845" y="103592"/>
                </a:cubicBezTo>
                <a:cubicBezTo>
                  <a:pt x="22118" y="109154"/>
                  <a:pt x="26817" y="115610"/>
                  <a:pt x="29118" y="122738"/>
                </a:cubicBezTo>
                <a:lnTo>
                  <a:pt x="93588" y="122738"/>
                </a:lnTo>
                <a:close/>
                <a:moveTo>
                  <a:pt x="92054" y="138081"/>
                </a:moveTo>
                <a:lnTo>
                  <a:pt x="30685" y="138081"/>
                </a:lnTo>
                <a:lnTo>
                  <a:pt x="30685" y="143195"/>
                </a:lnTo>
                <a:cubicBezTo>
                  <a:pt x="30685" y="157322"/>
                  <a:pt x="42127" y="168765"/>
                  <a:pt x="56255" y="168765"/>
                </a:cubicBezTo>
                <a:lnTo>
                  <a:pt x="66483" y="168765"/>
                </a:lnTo>
                <a:cubicBezTo>
                  <a:pt x="80611" y="168765"/>
                  <a:pt x="92054" y="157322"/>
                  <a:pt x="92054" y="143195"/>
                </a:cubicBezTo>
                <a:lnTo>
                  <a:pt x="92054" y="138081"/>
                </a:lnTo>
                <a:close/>
                <a:moveTo>
                  <a:pt x="58812" y="35799"/>
                </a:moveTo>
                <a:cubicBezTo>
                  <a:pt x="46091" y="35799"/>
                  <a:pt x="35799" y="46091"/>
                  <a:pt x="35799" y="58812"/>
                </a:cubicBezTo>
                <a:cubicBezTo>
                  <a:pt x="35799" y="63063"/>
                  <a:pt x="32379" y="66483"/>
                  <a:pt x="28128" y="66483"/>
                </a:cubicBezTo>
                <a:cubicBezTo>
                  <a:pt x="23876" y="66483"/>
                  <a:pt x="20456" y="63063"/>
                  <a:pt x="20456" y="58812"/>
                </a:cubicBezTo>
                <a:cubicBezTo>
                  <a:pt x="20456" y="37621"/>
                  <a:pt x="37621" y="20456"/>
                  <a:pt x="58812" y="20456"/>
                </a:cubicBezTo>
                <a:cubicBezTo>
                  <a:pt x="63063" y="20456"/>
                  <a:pt x="66483" y="23876"/>
                  <a:pt x="66483" y="28128"/>
                </a:cubicBezTo>
                <a:cubicBezTo>
                  <a:pt x="66483" y="32379"/>
                  <a:pt x="63063" y="35799"/>
                  <a:pt x="58812" y="35799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0" name="Text 37"/>
          <p:cNvSpPr/>
          <p:nvPr/>
        </p:nvSpPr>
        <p:spPr>
          <a:xfrm>
            <a:off x="713870" y="5931534"/>
            <a:ext cx="11018271" cy="49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9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Impact:</a:t>
            </a:r>
            <a:pPr algn="ctr">
              <a:lnSpc>
                <a:spcPct val="130000"/>
              </a:lnSpc>
            </a:pPr>
            <a:r>
              <a:rPr lang="en-US" sz="1289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reduces manual effort and ensures contracts are consistent and compliant—enabling legal teams to focus on high-value strategic 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79375" y="0"/>
                </a:moveTo>
                <a:lnTo>
                  <a:pt x="317500" y="0"/>
                </a:lnTo>
                <a:cubicBezTo>
                  <a:pt x="361308" y="0"/>
                  <a:pt x="396875" y="35567"/>
                  <a:pt x="396875" y="79375"/>
                </a:cubicBezTo>
                <a:lnTo>
                  <a:pt x="396875" y="317500"/>
                </a:lnTo>
                <a:cubicBezTo>
                  <a:pt x="396875" y="361308"/>
                  <a:pt x="361308" y="396875"/>
                  <a:pt x="317500" y="396875"/>
                </a:cubicBezTo>
                <a:lnTo>
                  <a:pt x="79375" y="396875"/>
                </a:lnTo>
                <a:cubicBezTo>
                  <a:pt x="35567" y="396875"/>
                  <a:pt x="0" y="361308"/>
                  <a:pt x="0" y="317500"/>
                </a:cubicBezTo>
                <a:lnTo>
                  <a:pt x="0" y="79375"/>
                </a:lnTo>
                <a:cubicBezTo>
                  <a:pt x="0" y="35567"/>
                  <a:pt x="35567" y="0"/>
                  <a:pt x="79375" y="0"/>
                </a:cubicBezTo>
                <a:close/>
              </a:path>
            </a:pathLst>
          </a:custGeom>
          <a:solidFill>
            <a:srgbClr val="3D5A6C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6145" y="428625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78594" h="178594">
                <a:moveTo>
                  <a:pt x="44648" y="111621"/>
                </a:moveTo>
                <a:lnTo>
                  <a:pt x="8546" y="111621"/>
                </a:lnTo>
                <a:cubicBezTo>
                  <a:pt x="-140" y="111621"/>
                  <a:pt x="-5476" y="102168"/>
                  <a:pt x="-1012" y="94704"/>
                </a:cubicBezTo>
                <a:lnTo>
                  <a:pt x="17441" y="63938"/>
                </a:lnTo>
                <a:cubicBezTo>
                  <a:pt x="20475" y="58880"/>
                  <a:pt x="25917" y="55811"/>
                  <a:pt x="31812" y="55811"/>
                </a:cubicBezTo>
                <a:lnTo>
                  <a:pt x="64950" y="55811"/>
                </a:lnTo>
                <a:cubicBezTo>
                  <a:pt x="91494" y="10848"/>
                  <a:pt x="131085" y="8581"/>
                  <a:pt x="157560" y="12453"/>
                </a:cubicBezTo>
                <a:cubicBezTo>
                  <a:pt x="162025" y="13115"/>
                  <a:pt x="165513" y="16604"/>
                  <a:pt x="166141" y="21034"/>
                </a:cubicBezTo>
                <a:cubicBezTo>
                  <a:pt x="170013" y="47509"/>
                  <a:pt x="167746" y="87099"/>
                  <a:pt x="122783" y="113644"/>
                </a:cubicBezTo>
                <a:lnTo>
                  <a:pt x="122783" y="146782"/>
                </a:lnTo>
                <a:cubicBezTo>
                  <a:pt x="122783" y="152677"/>
                  <a:pt x="119714" y="158118"/>
                  <a:pt x="114656" y="161153"/>
                </a:cubicBezTo>
                <a:lnTo>
                  <a:pt x="83890" y="179605"/>
                </a:lnTo>
                <a:cubicBezTo>
                  <a:pt x="76460" y="184070"/>
                  <a:pt x="66973" y="178698"/>
                  <a:pt x="66973" y="170048"/>
                </a:cubicBezTo>
                <a:lnTo>
                  <a:pt x="66973" y="133945"/>
                </a:lnTo>
                <a:cubicBezTo>
                  <a:pt x="66973" y="121632"/>
                  <a:pt x="56962" y="111621"/>
                  <a:pt x="44648" y="111621"/>
                </a:cubicBezTo>
                <a:lnTo>
                  <a:pt x="44614" y="111621"/>
                </a:lnTo>
                <a:close/>
                <a:moveTo>
                  <a:pt x="139526" y="55811"/>
                </a:moveTo>
                <a:cubicBezTo>
                  <a:pt x="139526" y="46570"/>
                  <a:pt x="132024" y="39067"/>
                  <a:pt x="122783" y="39067"/>
                </a:cubicBezTo>
                <a:cubicBezTo>
                  <a:pt x="113542" y="39067"/>
                  <a:pt x="106040" y="46570"/>
                  <a:pt x="106040" y="55811"/>
                </a:cubicBezTo>
                <a:cubicBezTo>
                  <a:pt x="106040" y="65051"/>
                  <a:pt x="113542" y="72554"/>
                  <a:pt x="122783" y="72554"/>
                </a:cubicBezTo>
                <a:cubicBezTo>
                  <a:pt x="132024" y="72554"/>
                  <a:pt x="139526" y="65051"/>
                  <a:pt x="139526" y="55811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4" name="Text 2"/>
          <p:cNvSpPr/>
          <p:nvPr/>
        </p:nvSpPr>
        <p:spPr>
          <a:xfrm>
            <a:off x="833438" y="396875"/>
            <a:ext cx="1031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spc="63" kern="0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93750"/>
            <a:ext cx="11795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349375"/>
            <a:ext cx="1165621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to a fully automated legal assistant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868487"/>
            <a:ext cx="5649913" cy="1538288"/>
          </a:xfrm>
          <a:custGeom>
            <a:avLst/>
            <a:gdLst/>
            <a:ahLst/>
            <a:cxnLst/>
            <a:rect l="l" t="t" r="r" b="b"/>
            <a:pathLst>
              <a:path w="5649913" h="1538288">
                <a:moveTo>
                  <a:pt x="119063" y="0"/>
                </a:moveTo>
                <a:lnTo>
                  <a:pt x="5530849" y="0"/>
                </a:lnTo>
                <a:cubicBezTo>
                  <a:pt x="5596606" y="0"/>
                  <a:pt x="5649913" y="53307"/>
                  <a:pt x="5649913" y="119063"/>
                </a:cubicBezTo>
                <a:lnTo>
                  <a:pt x="5649913" y="1419224"/>
                </a:lnTo>
                <a:cubicBezTo>
                  <a:pt x="5649913" y="1484981"/>
                  <a:pt x="5596606" y="1538287"/>
                  <a:pt x="5530849" y="1538288"/>
                </a:cubicBezTo>
                <a:lnTo>
                  <a:pt x="119063" y="1538288"/>
                </a:lnTo>
                <a:cubicBezTo>
                  <a:pt x="53307" y="1538288"/>
                  <a:pt x="0" y="1484981"/>
                  <a:pt x="0" y="1419224"/>
                </a:cubicBezTo>
                <a:lnTo>
                  <a:pt x="0" y="119063"/>
                </a:lnTo>
                <a:cubicBezTo>
                  <a:pt x="0" y="53307"/>
                  <a:pt x="53307" y="0"/>
                  <a:pt x="119063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2288" y="2070098"/>
            <a:ext cx="555625" cy="555625"/>
          </a:xfrm>
          <a:custGeom>
            <a:avLst/>
            <a:gdLst/>
            <a:ahLst/>
            <a:cxnLst/>
            <a:rect l="l" t="t" r="r" b="b"/>
            <a:pathLst>
              <a:path w="555625" h="555625">
                <a:moveTo>
                  <a:pt x="119065" y="0"/>
                </a:moveTo>
                <a:lnTo>
                  <a:pt x="436560" y="0"/>
                </a:lnTo>
                <a:cubicBezTo>
                  <a:pt x="502318" y="0"/>
                  <a:pt x="555625" y="53307"/>
                  <a:pt x="555625" y="119065"/>
                </a:cubicBezTo>
                <a:lnTo>
                  <a:pt x="555625" y="436560"/>
                </a:lnTo>
                <a:cubicBezTo>
                  <a:pt x="555625" y="502318"/>
                  <a:pt x="502318" y="555625"/>
                  <a:pt x="436560" y="555625"/>
                </a:cubicBezTo>
                <a:lnTo>
                  <a:pt x="119065" y="555625"/>
                </a:lnTo>
                <a:cubicBezTo>
                  <a:pt x="53307" y="555625"/>
                  <a:pt x="0" y="502318"/>
                  <a:pt x="0" y="436560"/>
                </a:cubicBezTo>
                <a:lnTo>
                  <a:pt x="0" y="119065"/>
                </a:lnTo>
                <a:cubicBezTo>
                  <a:pt x="0" y="53307"/>
                  <a:pt x="53307" y="0"/>
                  <a:pt x="119065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9889" y="2248692"/>
            <a:ext cx="198438" cy="198438"/>
          </a:xfrm>
          <a:custGeom>
            <a:avLst/>
            <a:gdLst/>
            <a:ahLst/>
            <a:cxnLst/>
            <a:rect l="l" t="t" r="r" b="b"/>
            <a:pathLst>
              <a:path w="198438" h="198438">
                <a:moveTo>
                  <a:pt x="24805" y="12402"/>
                </a:moveTo>
                <a:cubicBezTo>
                  <a:pt x="11123" y="12402"/>
                  <a:pt x="0" y="23526"/>
                  <a:pt x="0" y="37207"/>
                </a:cubicBezTo>
                <a:lnTo>
                  <a:pt x="0" y="136426"/>
                </a:lnTo>
                <a:cubicBezTo>
                  <a:pt x="0" y="150107"/>
                  <a:pt x="11123" y="161230"/>
                  <a:pt x="24805" y="161230"/>
                </a:cubicBezTo>
                <a:lnTo>
                  <a:pt x="80615" y="161230"/>
                </a:lnTo>
                <a:lnTo>
                  <a:pt x="74414" y="179834"/>
                </a:lnTo>
                <a:lnTo>
                  <a:pt x="46509" y="179834"/>
                </a:lnTo>
                <a:cubicBezTo>
                  <a:pt x="41354" y="179834"/>
                  <a:pt x="37207" y="183981"/>
                  <a:pt x="37207" y="189136"/>
                </a:cubicBezTo>
                <a:cubicBezTo>
                  <a:pt x="37207" y="194290"/>
                  <a:pt x="41354" y="198437"/>
                  <a:pt x="46509" y="198437"/>
                </a:cubicBezTo>
                <a:lnTo>
                  <a:pt x="151929" y="198437"/>
                </a:lnTo>
                <a:cubicBezTo>
                  <a:pt x="157083" y="198437"/>
                  <a:pt x="161230" y="194290"/>
                  <a:pt x="161230" y="189136"/>
                </a:cubicBezTo>
                <a:cubicBezTo>
                  <a:pt x="161230" y="183981"/>
                  <a:pt x="157083" y="179834"/>
                  <a:pt x="151929" y="179834"/>
                </a:cubicBezTo>
                <a:lnTo>
                  <a:pt x="124023" y="179834"/>
                </a:lnTo>
                <a:lnTo>
                  <a:pt x="117822" y="161230"/>
                </a:lnTo>
                <a:lnTo>
                  <a:pt x="173633" y="161230"/>
                </a:lnTo>
                <a:cubicBezTo>
                  <a:pt x="187314" y="161230"/>
                  <a:pt x="198437" y="150107"/>
                  <a:pt x="198437" y="136426"/>
                </a:cubicBezTo>
                <a:lnTo>
                  <a:pt x="198437" y="37207"/>
                </a:lnTo>
                <a:cubicBezTo>
                  <a:pt x="198437" y="23526"/>
                  <a:pt x="187314" y="12402"/>
                  <a:pt x="173633" y="12402"/>
                </a:cubicBezTo>
                <a:lnTo>
                  <a:pt x="24805" y="12402"/>
                </a:lnTo>
                <a:close/>
                <a:moveTo>
                  <a:pt x="37207" y="37207"/>
                </a:moveTo>
                <a:lnTo>
                  <a:pt x="161230" y="37207"/>
                </a:lnTo>
                <a:cubicBezTo>
                  <a:pt x="168091" y="37207"/>
                  <a:pt x="173633" y="42749"/>
                  <a:pt x="173633" y="49609"/>
                </a:cubicBezTo>
                <a:lnTo>
                  <a:pt x="173633" y="111621"/>
                </a:lnTo>
                <a:cubicBezTo>
                  <a:pt x="173633" y="118481"/>
                  <a:pt x="168091" y="124023"/>
                  <a:pt x="161230" y="124023"/>
                </a:cubicBezTo>
                <a:lnTo>
                  <a:pt x="37207" y="124023"/>
                </a:lnTo>
                <a:cubicBezTo>
                  <a:pt x="30347" y="124023"/>
                  <a:pt x="24805" y="118481"/>
                  <a:pt x="24805" y="111621"/>
                </a:cubicBezTo>
                <a:lnTo>
                  <a:pt x="24805" y="49609"/>
                </a:lnTo>
                <a:cubicBezTo>
                  <a:pt x="24805" y="42749"/>
                  <a:pt x="30347" y="37207"/>
                  <a:pt x="37207" y="37207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0" name="Text 8"/>
          <p:cNvSpPr/>
          <p:nvPr/>
        </p:nvSpPr>
        <p:spPr>
          <a:xfrm>
            <a:off x="1236663" y="2070098"/>
            <a:ext cx="4631531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User Interface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6663" y="2427286"/>
            <a:ext cx="4611688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Modern, intuitive UI for broader adoption across legal teams. Drag-and-drop workflows, visual analytics dashboards, and customizable views.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675" y="3567911"/>
            <a:ext cx="5649913" cy="1538288"/>
          </a:xfrm>
          <a:custGeom>
            <a:avLst/>
            <a:gdLst/>
            <a:ahLst/>
            <a:cxnLst/>
            <a:rect l="l" t="t" r="r" b="b"/>
            <a:pathLst>
              <a:path w="5649913" h="1538288">
                <a:moveTo>
                  <a:pt x="119063" y="0"/>
                </a:moveTo>
                <a:lnTo>
                  <a:pt x="5530849" y="0"/>
                </a:lnTo>
                <a:cubicBezTo>
                  <a:pt x="5596606" y="0"/>
                  <a:pt x="5649913" y="53307"/>
                  <a:pt x="5649913" y="119063"/>
                </a:cubicBezTo>
                <a:lnTo>
                  <a:pt x="5649913" y="1419224"/>
                </a:lnTo>
                <a:cubicBezTo>
                  <a:pt x="5649913" y="1484981"/>
                  <a:pt x="5596606" y="1538287"/>
                  <a:pt x="5530849" y="1538288"/>
                </a:cubicBezTo>
                <a:lnTo>
                  <a:pt x="119063" y="1538288"/>
                </a:lnTo>
                <a:cubicBezTo>
                  <a:pt x="53307" y="1538288"/>
                  <a:pt x="0" y="1484981"/>
                  <a:pt x="0" y="1419224"/>
                </a:cubicBezTo>
                <a:lnTo>
                  <a:pt x="0" y="119063"/>
                </a:lnTo>
                <a:cubicBezTo>
                  <a:pt x="0" y="53307"/>
                  <a:pt x="53307" y="0"/>
                  <a:pt x="119063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2288" y="3769522"/>
            <a:ext cx="555625" cy="555625"/>
          </a:xfrm>
          <a:custGeom>
            <a:avLst/>
            <a:gdLst/>
            <a:ahLst/>
            <a:cxnLst/>
            <a:rect l="l" t="t" r="r" b="b"/>
            <a:pathLst>
              <a:path w="555625" h="555625">
                <a:moveTo>
                  <a:pt x="119065" y="0"/>
                </a:moveTo>
                <a:lnTo>
                  <a:pt x="436560" y="0"/>
                </a:lnTo>
                <a:cubicBezTo>
                  <a:pt x="502318" y="0"/>
                  <a:pt x="555625" y="53307"/>
                  <a:pt x="555625" y="119065"/>
                </a:cubicBezTo>
                <a:lnTo>
                  <a:pt x="555625" y="436560"/>
                </a:lnTo>
                <a:cubicBezTo>
                  <a:pt x="555625" y="502318"/>
                  <a:pt x="502318" y="555625"/>
                  <a:pt x="436560" y="555625"/>
                </a:cubicBezTo>
                <a:lnTo>
                  <a:pt x="119065" y="555625"/>
                </a:lnTo>
                <a:cubicBezTo>
                  <a:pt x="53307" y="555625"/>
                  <a:pt x="0" y="502318"/>
                  <a:pt x="0" y="436560"/>
                </a:cubicBezTo>
                <a:lnTo>
                  <a:pt x="0" y="119065"/>
                </a:lnTo>
                <a:cubicBezTo>
                  <a:pt x="0" y="53307"/>
                  <a:pt x="53307" y="0"/>
                  <a:pt x="119065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5084" y="3948116"/>
            <a:ext cx="248047" cy="198438"/>
          </a:xfrm>
          <a:custGeom>
            <a:avLst/>
            <a:gdLst/>
            <a:ahLst/>
            <a:cxnLst/>
            <a:rect l="l" t="t" r="r" b="b"/>
            <a:pathLst>
              <a:path w="248047" h="198438">
                <a:moveTo>
                  <a:pt x="161192" y="81584"/>
                </a:moveTo>
                <a:cubicBezTo>
                  <a:pt x="165920" y="80305"/>
                  <a:pt x="170881" y="82553"/>
                  <a:pt x="173013" y="86933"/>
                </a:cubicBezTo>
                <a:lnTo>
                  <a:pt x="180222" y="101505"/>
                </a:lnTo>
                <a:cubicBezTo>
                  <a:pt x="184214" y="102048"/>
                  <a:pt x="188128" y="103133"/>
                  <a:pt x="191810" y="104645"/>
                </a:cubicBezTo>
                <a:lnTo>
                  <a:pt x="205375" y="95614"/>
                </a:lnTo>
                <a:cubicBezTo>
                  <a:pt x="209445" y="92901"/>
                  <a:pt x="214832" y="93444"/>
                  <a:pt x="218281" y="96893"/>
                </a:cubicBezTo>
                <a:lnTo>
                  <a:pt x="225723" y="104335"/>
                </a:lnTo>
                <a:cubicBezTo>
                  <a:pt x="229172" y="107784"/>
                  <a:pt x="229715" y="113210"/>
                  <a:pt x="227002" y="117241"/>
                </a:cubicBezTo>
                <a:lnTo>
                  <a:pt x="217971" y="130767"/>
                </a:lnTo>
                <a:cubicBezTo>
                  <a:pt x="218708" y="132589"/>
                  <a:pt x="219366" y="134488"/>
                  <a:pt x="219909" y="136465"/>
                </a:cubicBezTo>
                <a:cubicBezTo>
                  <a:pt x="220452" y="138441"/>
                  <a:pt x="220800" y="140379"/>
                  <a:pt x="221072" y="142356"/>
                </a:cubicBezTo>
                <a:lnTo>
                  <a:pt x="235683" y="149565"/>
                </a:lnTo>
                <a:cubicBezTo>
                  <a:pt x="240063" y="151735"/>
                  <a:pt x="242311" y="156696"/>
                  <a:pt x="241032" y="161385"/>
                </a:cubicBezTo>
                <a:lnTo>
                  <a:pt x="238319" y="171540"/>
                </a:lnTo>
                <a:cubicBezTo>
                  <a:pt x="237040" y="176230"/>
                  <a:pt x="232660" y="179408"/>
                  <a:pt x="227777" y="179098"/>
                </a:cubicBezTo>
                <a:lnTo>
                  <a:pt x="211499" y="178051"/>
                </a:lnTo>
                <a:cubicBezTo>
                  <a:pt x="209057" y="181190"/>
                  <a:pt x="206228" y="184097"/>
                  <a:pt x="203011" y="186578"/>
                </a:cubicBezTo>
                <a:lnTo>
                  <a:pt x="204057" y="202817"/>
                </a:lnTo>
                <a:cubicBezTo>
                  <a:pt x="204367" y="207701"/>
                  <a:pt x="201189" y="212119"/>
                  <a:pt x="196500" y="213359"/>
                </a:cubicBezTo>
                <a:lnTo>
                  <a:pt x="186345" y="216072"/>
                </a:lnTo>
                <a:cubicBezTo>
                  <a:pt x="181617" y="217351"/>
                  <a:pt x="176695" y="215103"/>
                  <a:pt x="174524" y="210724"/>
                </a:cubicBezTo>
                <a:lnTo>
                  <a:pt x="167315" y="196151"/>
                </a:lnTo>
                <a:cubicBezTo>
                  <a:pt x="163323" y="195608"/>
                  <a:pt x="159409" y="194523"/>
                  <a:pt x="155727" y="193011"/>
                </a:cubicBezTo>
                <a:lnTo>
                  <a:pt x="142162" y="202042"/>
                </a:lnTo>
                <a:cubicBezTo>
                  <a:pt x="138092" y="204755"/>
                  <a:pt x="132705" y="204212"/>
                  <a:pt x="129256" y="200763"/>
                </a:cubicBezTo>
                <a:lnTo>
                  <a:pt x="121814" y="193322"/>
                </a:lnTo>
                <a:cubicBezTo>
                  <a:pt x="118365" y="189872"/>
                  <a:pt x="117822" y="184485"/>
                  <a:pt x="120535" y="180415"/>
                </a:cubicBezTo>
                <a:lnTo>
                  <a:pt x="129566" y="166850"/>
                </a:lnTo>
                <a:cubicBezTo>
                  <a:pt x="128829" y="165029"/>
                  <a:pt x="128170" y="163130"/>
                  <a:pt x="127628" y="161153"/>
                </a:cubicBezTo>
                <a:cubicBezTo>
                  <a:pt x="127085" y="159176"/>
                  <a:pt x="126736" y="157200"/>
                  <a:pt x="126465" y="155262"/>
                </a:cubicBezTo>
                <a:lnTo>
                  <a:pt x="111854" y="148053"/>
                </a:lnTo>
                <a:cubicBezTo>
                  <a:pt x="107474" y="145883"/>
                  <a:pt x="105265" y="140922"/>
                  <a:pt x="106505" y="136232"/>
                </a:cubicBezTo>
                <a:lnTo>
                  <a:pt x="109218" y="126078"/>
                </a:lnTo>
                <a:cubicBezTo>
                  <a:pt x="110497" y="121388"/>
                  <a:pt x="114877" y="118210"/>
                  <a:pt x="119760" y="118520"/>
                </a:cubicBezTo>
                <a:lnTo>
                  <a:pt x="135999" y="119566"/>
                </a:lnTo>
                <a:cubicBezTo>
                  <a:pt x="138441" y="116427"/>
                  <a:pt x="141270" y="113520"/>
                  <a:pt x="144487" y="111040"/>
                </a:cubicBezTo>
                <a:lnTo>
                  <a:pt x="143441" y="94839"/>
                </a:lnTo>
                <a:cubicBezTo>
                  <a:pt x="143131" y="89956"/>
                  <a:pt x="146309" y="85537"/>
                  <a:pt x="150999" y="84297"/>
                </a:cubicBezTo>
                <a:lnTo>
                  <a:pt x="161153" y="81584"/>
                </a:lnTo>
                <a:close/>
                <a:moveTo>
                  <a:pt x="173788" y="131775"/>
                </a:moveTo>
                <a:cubicBezTo>
                  <a:pt x="164376" y="131786"/>
                  <a:pt x="156743" y="139436"/>
                  <a:pt x="156754" y="148848"/>
                </a:cubicBezTo>
                <a:cubicBezTo>
                  <a:pt x="156765" y="158259"/>
                  <a:pt x="164415" y="165892"/>
                  <a:pt x="173827" y="165881"/>
                </a:cubicBezTo>
                <a:cubicBezTo>
                  <a:pt x="183239" y="165871"/>
                  <a:pt x="190871" y="158221"/>
                  <a:pt x="190860" y="148809"/>
                </a:cubicBezTo>
                <a:cubicBezTo>
                  <a:pt x="190850" y="139397"/>
                  <a:pt x="183200" y="131764"/>
                  <a:pt x="173788" y="131775"/>
                </a:cubicBezTo>
                <a:close/>
                <a:moveTo>
                  <a:pt x="87165" y="-17635"/>
                </a:moveTo>
                <a:lnTo>
                  <a:pt x="97320" y="-14922"/>
                </a:lnTo>
                <a:cubicBezTo>
                  <a:pt x="102009" y="-13643"/>
                  <a:pt x="105187" y="-9224"/>
                  <a:pt x="104877" y="-4380"/>
                </a:cubicBezTo>
                <a:lnTo>
                  <a:pt x="103831" y="11821"/>
                </a:lnTo>
                <a:cubicBezTo>
                  <a:pt x="107048" y="14301"/>
                  <a:pt x="109877" y="17169"/>
                  <a:pt x="112319" y="20348"/>
                </a:cubicBezTo>
                <a:lnTo>
                  <a:pt x="128597" y="19301"/>
                </a:lnTo>
                <a:cubicBezTo>
                  <a:pt x="133441" y="18991"/>
                  <a:pt x="137860" y="22169"/>
                  <a:pt x="139139" y="26859"/>
                </a:cubicBezTo>
                <a:lnTo>
                  <a:pt x="141852" y="37013"/>
                </a:lnTo>
                <a:cubicBezTo>
                  <a:pt x="143092" y="41703"/>
                  <a:pt x="140883" y="46664"/>
                  <a:pt x="136503" y="48834"/>
                </a:cubicBezTo>
                <a:lnTo>
                  <a:pt x="121892" y="56043"/>
                </a:lnTo>
                <a:cubicBezTo>
                  <a:pt x="121620" y="58020"/>
                  <a:pt x="121233" y="59996"/>
                  <a:pt x="120729" y="61934"/>
                </a:cubicBezTo>
                <a:cubicBezTo>
                  <a:pt x="120225" y="63872"/>
                  <a:pt x="119528" y="65810"/>
                  <a:pt x="118791" y="67632"/>
                </a:cubicBezTo>
                <a:lnTo>
                  <a:pt x="127822" y="81197"/>
                </a:lnTo>
                <a:cubicBezTo>
                  <a:pt x="130535" y="85266"/>
                  <a:pt x="129992" y="90653"/>
                  <a:pt x="126543" y="94103"/>
                </a:cubicBezTo>
                <a:lnTo>
                  <a:pt x="119101" y="101544"/>
                </a:lnTo>
                <a:cubicBezTo>
                  <a:pt x="115652" y="104994"/>
                  <a:pt x="110265" y="105536"/>
                  <a:pt x="106195" y="102823"/>
                </a:cubicBezTo>
                <a:lnTo>
                  <a:pt x="92630" y="93793"/>
                </a:lnTo>
                <a:cubicBezTo>
                  <a:pt x="88948" y="95304"/>
                  <a:pt x="85034" y="96389"/>
                  <a:pt x="81042" y="96932"/>
                </a:cubicBezTo>
                <a:lnTo>
                  <a:pt x="73833" y="111505"/>
                </a:lnTo>
                <a:cubicBezTo>
                  <a:pt x="71662" y="115884"/>
                  <a:pt x="66701" y="118094"/>
                  <a:pt x="62012" y="116853"/>
                </a:cubicBezTo>
                <a:lnTo>
                  <a:pt x="51857" y="114140"/>
                </a:lnTo>
                <a:cubicBezTo>
                  <a:pt x="47129" y="112861"/>
                  <a:pt x="43990" y="108443"/>
                  <a:pt x="44300" y="103598"/>
                </a:cubicBezTo>
                <a:lnTo>
                  <a:pt x="45346" y="87359"/>
                </a:lnTo>
                <a:cubicBezTo>
                  <a:pt x="42129" y="84879"/>
                  <a:pt x="39300" y="82010"/>
                  <a:pt x="36858" y="78832"/>
                </a:cubicBezTo>
                <a:lnTo>
                  <a:pt x="20580" y="79879"/>
                </a:lnTo>
                <a:cubicBezTo>
                  <a:pt x="15735" y="80189"/>
                  <a:pt x="11317" y="77011"/>
                  <a:pt x="10038" y="72321"/>
                </a:cubicBezTo>
                <a:lnTo>
                  <a:pt x="7325" y="62167"/>
                </a:lnTo>
                <a:cubicBezTo>
                  <a:pt x="6085" y="57477"/>
                  <a:pt x="8294" y="52516"/>
                  <a:pt x="12674" y="50346"/>
                </a:cubicBezTo>
                <a:lnTo>
                  <a:pt x="27285" y="43137"/>
                </a:lnTo>
                <a:cubicBezTo>
                  <a:pt x="27556" y="41160"/>
                  <a:pt x="27944" y="39222"/>
                  <a:pt x="28448" y="37246"/>
                </a:cubicBezTo>
                <a:cubicBezTo>
                  <a:pt x="28990" y="35269"/>
                  <a:pt x="29611" y="33370"/>
                  <a:pt x="30386" y="31548"/>
                </a:cubicBezTo>
                <a:lnTo>
                  <a:pt x="21355" y="18022"/>
                </a:lnTo>
                <a:cubicBezTo>
                  <a:pt x="18642" y="13953"/>
                  <a:pt x="19185" y="8565"/>
                  <a:pt x="22634" y="5116"/>
                </a:cubicBezTo>
                <a:lnTo>
                  <a:pt x="30076" y="-2325"/>
                </a:lnTo>
                <a:cubicBezTo>
                  <a:pt x="33525" y="-5775"/>
                  <a:pt x="38912" y="-6317"/>
                  <a:pt x="42982" y="-3604"/>
                </a:cubicBezTo>
                <a:lnTo>
                  <a:pt x="56547" y="5426"/>
                </a:lnTo>
                <a:cubicBezTo>
                  <a:pt x="60229" y="3914"/>
                  <a:pt x="64143" y="2829"/>
                  <a:pt x="68135" y="2287"/>
                </a:cubicBezTo>
                <a:lnTo>
                  <a:pt x="75344" y="-12286"/>
                </a:lnTo>
                <a:cubicBezTo>
                  <a:pt x="77515" y="-16666"/>
                  <a:pt x="82437" y="-18875"/>
                  <a:pt x="87165" y="-17635"/>
                </a:cubicBezTo>
                <a:close/>
                <a:moveTo>
                  <a:pt x="74569" y="32556"/>
                </a:moveTo>
                <a:cubicBezTo>
                  <a:pt x="65157" y="32556"/>
                  <a:pt x="57516" y="40197"/>
                  <a:pt x="57516" y="49609"/>
                </a:cubicBezTo>
                <a:cubicBezTo>
                  <a:pt x="57516" y="59021"/>
                  <a:pt x="65157" y="66663"/>
                  <a:pt x="74569" y="66663"/>
                </a:cubicBezTo>
                <a:cubicBezTo>
                  <a:pt x="83981" y="66663"/>
                  <a:pt x="91622" y="59021"/>
                  <a:pt x="91622" y="49609"/>
                </a:cubicBezTo>
                <a:cubicBezTo>
                  <a:pt x="91622" y="40197"/>
                  <a:pt x="83981" y="32556"/>
                  <a:pt x="74569" y="32556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36663" y="3769522"/>
            <a:ext cx="4631531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Workflows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6663" y="4126709"/>
            <a:ext cx="4611688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Hands-free processing with automated routing, approval chains, and notifications. Contracts move through review stages without manual intervention.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8238" y="1868487"/>
            <a:ext cx="5649913" cy="1276350"/>
          </a:xfrm>
          <a:custGeom>
            <a:avLst/>
            <a:gdLst/>
            <a:ahLst/>
            <a:cxnLst/>
            <a:rect l="l" t="t" r="r" b="b"/>
            <a:pathLst>
              <a:path w="5649913" h="1276350">
                <a:moveTo>
                  <a:pt x="119058" y="0"/>
                </a:moveTo>
                <a:lnTo>
                  <a:pt x="5530855" y="0"/>
                </a:lnTo>
                <a:cubicBezTo>
                  <a:pt x="5596564" y="0"/>
                  <a:pt x="5649913" y="53348"/>
                  <a:pt x="5649913" y="119058"/>
                </a:cubicBezTo>
                <a:lnTo>
                  <a:pt x="5649913" y="1157292"/>
                </a:lnTo>
                <a:cubicBezTo>
                  <a:pt x="5649913" y="1223002"/>
                  <a:pt x="5596564" y="1276350"/>
                  <a:pt x="5530855" y="1276350"/>
                </a:cubicBezTo>
                <a:lnTo>
                  <a:pt x="119058" y="1276350"/>
                </a:lnTo>
                <a:cubicBezTo>
                  <a:pt x="53348" y="1276350"/>
                  <a:pt x="0" y="1223002"/>
                  <a:pt x="0" y="1157292"/>
                </a:cubicBezTo>
                <a:lnTo>
                  <a:pt x="0" y="119058"/>
                </a:lnTo>
                <a:cubicBezTo>
                  <a:pt x="0" y="53348"/>
                  <a:pt x="53348" y="0"/>
                  <a:pt x="119058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850" y="2070098"/>
            <a:ext cx="555625" cy="555625"/>
          </a:xfrm>
          <a:custGeom>
            <a:avLst/>
            <a:gdLst/>
            <a:ahLst/>
            <a:cxnLst/>
            <a:rect l="l" t="t" r="r" b="b"/>
            <a:pathLst>
              <a:path w="555625" h="555625">
                <a:moveTo>
                  <a:pt x="119065" y="0"/>
                </a:moveTo>
                <a:lnTo>
                  <a:pt x="436560" y="0"/>
                </a:lnTo>
                <a:cubicBezTo>
                  <a:pt x="502318" y="0"/>
                  <a:pt x="555625" y="53307"/>
                  <a:pt x="555625" y="119065"/>
                </a:cubicBezTo>
                <a:lnTo>
                  <a:pt x="555625" y="436560"/>
                </a:lnTo>
                <a:cubicBezTo>
                  <a:pt x="555625" y="502318"/>
                  <a:pt x="502318" y="555625"/>
                  <a:pt x="436560" y="555625"/>
                </a:cubicBezTo>
                <a:lnTo>
                  <a:pt x="119065" y="555625"/>
                </a:lnTo>
                <a:cubicBezTo>
                  <a:pt x="53307" y="555625"/>
                  <a:pt x="0" y="502318"/>
                  <a:pt x="0" y="436560"/>
                </a:cubicBezTo>
                <a:lnTo>
                  <a:pt x="0" y="119065"/>
                </a:lnTo>
                <a:cubicBezTo>
                  <a:pt x="0" y="53307"/>
                  <a:pt x="53307" y="0"/>
                  <a:pt x="119065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09854" y="2248692"/>
            <a:ext cx="173633" cy="198438"/>
          </a:xfrm>
          <a:custGeom>
            <a:avLst/>
            <a:gdLst/>
            <a:ahLst/>
            <a:cxnLst/>
            <a:rect l="l" t="t" r="r" b="b"/>
            <a:pathLst>
              <a:path w="173633" h="198438">
                <a:moveTo>
                  <a:pt x="0" y="12402"/>
                </a:moveTo>
                <a:lnTo>
                  <a:pt x="83173" y="12402"/>
                </a:lnTo>
                <a:lnTo>
                  <a:pt x="83173" y="95576"/>
                </a:lnTo>
                <a:lnTo>
                  <a:pt x="0" y="95576"/>
                </a:lnTo>
                <a:lnTo>
                  <a:pt x="0" y="12402"/>
                </a:lnTo>
                <a:close/>
                <a:moveTo>
                  <a:pt x="90460" y="12402"/>
                </a:moveTo>
                <a:lnTo>
                  <a:pt x="173633" y="12402"/>
                </a:lnTo>
                <a:lnTo>
                  <a:pt x="173633" y="95576"/>
                </a:lnTo>
                <a:lnTo>
                  <a:pt x="90460" y="95576"/>
                </a:lnTo>
                <a:lnTo>
                  <a:pt x="90460" y="12402"/>
                </a:lnTo>
                <a:close/>
                <a:moveTo>
                  <a:pt x="0" y="102862"/>
                </a:moveTo>
                <a:lnTo>
                  <a:pt x="83173" y="102862"/>
                </a:lnTo>
                <a:lnTo>
                  <a:pt x="83173" y="186035"/>
                </a:lnTo>
                <a:lnTo>
                  <a:pt x="0" y="186035"/>
                </a:lnTo>
                <a:lnTo>
                  <a:pt x="0" y="102862"/>
                </a:lnTo>
                <a:close/>
                <a:moveTo>
                  <a:pt x="90460" y="102862"/>
                </a:moveTo>
                <a:lnTo>
                  <a:pt x="173633" y="102862"/>
                </a:lnTo>
                <a:lnTo>
                  <a:pt x="173633" y="186035"/>
                </a:lnTo>
                <a:lnTo>
                  <a:pt x="90460" y="186035"/>
                </a:lnTo>
                <a:lnTo>
                  <a:pt x="90460" y="102862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0" name="Text 18"/>
          <p:cNvSpPr/>
          <p:nvPr/>
        </p:nvSpPr>
        <p:spPr>
          <a:xfrm>
            <a:off x="7134225" y="2070098"/>
            <a:ext cx="4631531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SharePoint Integration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4225" y="2427286"/>
            <a:ext cx="4611688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connectivity with Microsoft 365 ecosystem. Direct access to documents stored in SharePoint, Teams, and OneDrive.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8238" y="3309942"/>
            <a:ext cx="5649913" cy="1538288"/>
          </a:xfrm>
          <a:custGeom>
            <a:avLst/>
            <a:gdLst/>
            <a:ahLst/>
            <a:cxnLst/>
            <a:rect l="l" t="t" r="r" b="b"/>
            <a:pathLst>
              <a:path w="5649913" h="1538288">
                <a:moveTo>
                  <a:pt x="119063" y="0"/>
                </a:moveTo>
                <a:lnTo>
                  <a:pt x="5530849" y="0"/>
                </a:lnTo>
                <a:cubicBezTo>
                  <a:pt x="5596606" y="0"/>
                  <a:pt x="5649913" y="53307"/>
                  <a:pt x="5649913" y="119063"/>
                </a:cubicBezTo>
                <a:lnTo>
                  <a:pt x="5649913" y="1419224"/>
                </a:lnTo>
                <a:cubicBezTo>
                  <a:pt x="5649913" y="1484981"/>
                  <a:pt x="5596606" y="1538287"/>
                  <a:pt x="5530849" y="1538288"/>
                </a:cubicBezTo>
                <a:lnTo>
                  <a:pt x="119063" y="1538288"/>
                </a:lnTo>
                <a:cubicBezTo>
                  <a:pt x="53307" y="1538288"/>
                  <a:pt x="0" y="1484981"/>
                  <a:pt x="0" y="1419224"/>
                </a:cubicBezTo>
                <a:lnTo>
                  <a:pt x="0" y="119063"/>
                </a:lnTo>
                <a:cubicBezTo>
                  <a:pt x="0" y="53307"/>
                  <a:pt x="53307" y="0"/>
                  <a:pt x="119063" y="0"/>
                </a:cubicBezTo>
                <a:close/>
              </a:path>
            </a:pathLst>
          </a:custGeom>
          <a:solidFill>
            <a:srgbClr val="3D5A6C">
              <a:alpha val="14902"/>
            </a:srgbClr>
          </a:solidFill>
          <a:ln w="10160">
            <a:solidFill>
              <a:srgbClr val="3D5A6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9850" y="3511553"/>
            <a:ext cx="555625" cy="555625"/>
          </a:xfrm>
          <a:custGeom>
            <a:avLst/>
            <a:gdLst/>
            <a:ahLst/>
            <a:cxnLst/>
            <a:rect l="l" t="t" r="r" b="b"/>
            <a:pathLst>
              <a:path w="555625" h="555625">
                <a:moveTo>
                  <a:pt x="119065" y="0"/>
                </a:moveTo>
                <a:lnTo>
                  <a:pt x="436560" y="0"/>
                </a:lnTo>
                <a:cubicBezTo>
                  <a:pt x="502318" y="0"/>
                  <a:pt x="555625" y="53307"/>
                  <a:pt x="555625" y="119065"/>
                </a:cubicBezTo>
                <a:lnTo>
                  <a:pt x="555625" y="436560"/>
                </a:lnTo>
                <a:cubicBezTo>
                  <a:pt x="555625" y="502318"/>
                  <a:pt x="502318" y="555625"/>
                  <a:pt x="436560" y="555625"/>
                </a:cubicBezTo>
                <a:lnTo>
                  <a:pt x="119065" y="555625"/>
                </a:lnTo>
                <a:cubicBezTo>
                  <a:pt x="53307" y="555625"/>
                  <a:pt x="0" y="502318"/>
                  <a:pt x="0" y="436560"/>
                </a:cubicBezTo>
                <a:lnTo>
                  <a:pt x="0" y="119065"/>
                </a:lnTo>
                <a:cubicBezTo>
                  <a:pt x="0" y="53307"/>
                  <a:pt x="53307" y="0"/>
                  <a:pt x="119065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85049" y="3690147"/>
            <a:ext cx="223242" cy="198438"/>
          </a:xfrm>
          <a:custGeom>
            <a:avLst/>
            <a:gdLst/>
            <a:ahLst/>
            <a:cxnLst/>
            <a:rect l="l" t="t" r="r" b="b"/>
            <a:pathLst>
              <a:path w="223242" h="198438">
                <a:moveTo>
                  <a:pt x="18604" y="75887"/>
                </a:moveTo>
                <a:lnTo>
                  <a:pt x="99684" y="109257"/>
                </a:lnTo>
                <a:cubicBezTo>
                  <a:pt x="103482" y="110807"/>
                  <a:pt x="107513" y="111621"/>
                  <a:pt x="111621" y="111621"/>
                </a:cubicBezTo>
                <a:cubicBezTo>
                  <a:pt x="115729" y="111621"/>
                  <a:pt x="119760" y="110807"/>
                  <a:pt x="123558" y="109257"/>
                </a:cubicBezTo>
                <a:lnTo>
                  <a:pt x="217506" y="70577"/>
                </a:lnTo>
                <a:cubicBezTo>
                  <a:pt x="220994" y="69143"/>
                  <a:pt x="223242" y="65771"/>
                  <a:pt x="223242" y="62012"/>
                </a:cubicBezTo>
                <a:cubicBezTo>
                  <a:pt x="223242" y="58252"/>
                  <a:pt x="220994" y="54880"/>
                  <a:pt x="217506" y="53446"/>
                </a:cubicBezTo>
                <a:lnTo>
                  <a:pt x="123558" y="14767"/>
                </a:lnTo>
                <a:cubicBezTo>
                  <a:pt x="119760" y="13216"/>
                  <a:pt x="115729" y="12402"/>
                  <a:pt x="111621" y="12402"/>
                </a:cubicBezTo>
                <a:cubicBezTo>
                  <a:pt x="107513" y="12402"/>
                  <a:pt x="103482" y="13216"/>
                  <a:pt x="99684" y="14767"/>
                </a:cubicBezTo>
                <a:lnTo>
                  <a:pt x="5736" y="53446"/>
                </a:lnTo>
                <a:cubicBezTo>
                  <a:pt x="2248" y="54880"/>
                  <a:pt x="0" y="58252"/>
                  <a:pt x="0" y="62012"/>
                </a:cubicBezTo>
                <a:lnTo>
                  <a:pt x="0" y="176733"/>
                </a:lnTo>
                <a:cubicBezTo>
                  <a:pt x="0" y="181888"/>
                  <a:pt x="4147" y="186035"/>
                  <a:pt x="9302" y="186035"/>
                </a:cubicBezTo>
                <a:cubicBezTo>
                  <a:pt x="14456" y="186035"/>
                  <a:pt x="18604" y="181888"/>
                  <a:pt x="18604" y="176733"/>
                </a:cubicBezTo>
                <a:lnTo>
                  <a:pt x="18604" y="75887"/>
                </a:lnTo>
                <a:close/>
                <a:moveTo>
                  <a:pt x="37207" y="103676"/>
                </a:moveTo>
                <a:lnTo>
                  <a:pt x="37207" y="148828"/>
                </a:lnTo>
                <a:cubicBezTo>
                  <a:pt x="37207" y="169370"/>
                  <a:pt x="70538" y="186035"/>
                  <a:pt x="111621" y="186035"/>
                </a:cubicBezTo>
                <a:cubicBezTo>
                  <a:pt x="152704" y="186035"/>
                  <a:pt x="186035" y="169370"/>
                  <a:pt x="186035" y="148828"/>
                </a:cubicBezTo>
                <a:lnTo>
                  <a:pt x="186035" y="103637"/>
                </a:lnTo>
                <a:lnTo>
                  <a:pt x="130651" y="126465"/>
                </a:lnTo>
                <a:cubicBezTo>
                  <a:pt x="124605" y="128946"/>
                  <a:pt x="118171" y="130225"/>
                  <a:pt x="111621" y="130225"/>
                </a:cubicBezTo>
                <a:cubicBezTo>
                  <a:pt x="105071" y="130225"/>
                  <a:pt x="98637" y="128946"/>
                  <a:pt x="92591" y="126465"/>
                </a:cubicBezTo>
                <a:lnTo>
                  <a:pt x="37207" y="103637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4225" y="3511553"/>
            <a:ext cx="4631531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Fine-Tuned Models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4225" y="3868741"/>
            <a:ext cx="4611688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Domain-specific AI models trained on legal language and organizational standards. Higher accuracy for industry-specific contract types.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675" y="5307014"/>
            <a:ext cx="11547475" cy="1355725"/>
          </a:xfrm>
          <a:custGeom>
            <a:avLst/>
            <a:gdLst/>
            <a:ahLst/>
            <a:cxnLst/>
            <a:rect l="l" t="t" r="r" b="b"/>
            <a:pathLst>
              <a:path w="11547475" h="1355725">
                <a:moveTo>
                  <a:pt x="119060" y="0"/>
                </a:moveTo>
                <a:lnTo>
                  <a:pt x="11428415" y="0"/>
                </a:lnTo>
                <a:cubicBezTo>
                  <a:pt x="11494170" y="0"/>
                  <a:pt x="11547475" y="53305"/>
                  <a:pt x="11547475" y="119060"/>
                </a:cubicBezTo>
                <a:lnTo>
                  <a:pt x="11547475" y="1236665"/>
                </a:lnTo>
                <a:cubicBezTo>
                  <a:pt x="11547475" y="1302420"/>
                  <a:pt x="11494170" y="1355725"/>
                  <a:pt x="11428415" y="1355725"/>
                </a:cubicBezTo>
                <a:lnTo>
                  <a:pt x="119060" y="1355725"/>
                </a:lnTo>
                <a:cubicBezTo>
                  <a:pt x="53305" y="1355725"/>
                  <a:pt x="0" y="1302420"/>
                  <a:pt x="0" y="1236665"/>
                </a:cubicBezTo>
                <a:lnTo>
                  <a:pt x="0" y="119060"/>
                </a:lnTo>
                <a:cubicBezTo>
                  <a:pt x="0" y="53349"/>
                  <a:pt x="53349" y="0"/>
                  <a:pt x="119060" y="0"/>
                </a:cubicBezTo>
                <a:close/>
              </a:path>
            </a:pathLst>
          </a:custGeom>
          <a:solidFill>
            <a:srgbClr val="72E1D1">
              <a:alpha val="10196"/>
            </a:srgbClr>
          </a:solidFill>
          <a:ln w="10160">
            <a:solidFill>
              <a:srgbClr val="72E1D1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1975" y="5707063"/>
            <a:ext cx="555625" cy="555625"/>
          </a:xfrm>
          <a:custGeom>
            <a:avLst/>
            <a:gdLst/>
            <a:ahLst/>
            <a:cxnLst/>
            <a:rect l="l" t="t" r="r" b="b"/>
            <a:pathLst>
              <a:path w="555625" h="555625">
                <a:moveTo>
                  <a:pt x="119065" y="0"/>
                </a:moveTo>
                <a:lnTo>
                  <a:pt x="436560" y="0"/>
                </a:lnTo>
                <a:cubicBezTo>
                  <a:pt x="502318" y="0"/>
                  <a:pt x="555625" y="53307"/>
                  <a:pt x="555625" y="119065"/>
                </a:cubicBezTo>
                <a:lnTo>
                  <a:pt x="555625" y="436560"/>
                </a:lnTo>
                <a:cubicBezTo>
                  <a:pt x="555625" y="502318"/>
                  <a:pt x="502318" y="555625"/>
                  <a:pt x="436560" y="555625"/>
                </a:cubicBezTo>
                <a:lnTo>
                  <a:pt x="119065" y="555625"/>
                </a:lnTo>
                <a:cubicBezTo>
                  <a:pt x="53307" y="555625"/>
                  <a:pt x="0" y="502318"/>
                  <a:pt x="0" y="436560"/>
                </a:cubicBezTo>
                <a:lnTo>
                  <a:pt x="0" y="119065"/>
                </a:lnTo>
                <a:cubicBezTo>
                  <a:pt x="0" y="53307"/>
                  <a:pt x="53307" y="0"/>
                  <a:pt x="119065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07827" y="5865813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43945" y="-8790"/>
                </a:moveTo>
                <a:cubicBezTo>
                  <a:pt x="142038" y="-12511"/>
                  <a:pt x="138178" y="-14883"/>
                  <a:pt x="133992" y="-14883"/>
                </a:cubicBezTo>
                <a:cubicBezTo>
                  <a:pt x="129806" y="-14883"/>
                  <a:pt x="125946" y="-12511"/>
                  <a:pt x="124039" y="-8790"/>
                </a:cubicBezTo>
                <a:lnTo>
                  <a:pt x="89808" y="58276"/>
                </a:lnTo>
                <a:lnTo>
                  <a:pt x="15441" y="70089"/>
                </a:lnTo>
                <a:cubicBezTo>
                  <a:pt x="11302" y="70740"/>
                  <a:pt x="7860" y="73670"/>
                  <a:pt x="6558" y="77670"/>
                </a:cubicBezTo>
                <a:cubicBezTo>
                  <a:pt x="5255" y="81669"/>
                  <a:pt x="6325" y="86041"/>
                  <a:pt x="9255" y="89018"/>
                </a:cubicBezTo>
                <a:lnTo>
                  <a:pt x="62461" y="142270"/>
                </a:lnTo>
                <a:lnTo>
                  <a:pt x="50741" y="216638"/>
                </a:lnTo>
                <a:cubicBezTo>
                  <a:pt x="50090" y="220777"/>
                  <a:pt x="51811" y="224963"/>
                  <a:pt x="55206" y="227428"/>
                </a:cubicBezTo>
                <a:cubicBezTo>
                  <a:pt x="58601" y="229893"/>
                  <a:pt x="63066" y="230265"/>
                  <a:pt x="66833" y="228358"/>
                </a:cubicBezTo>
                <a:lnTo>
                  <a:pt x="133992" y="194221"/>
                </a:lnTo>
                <a:lnTo>
                  <a:pt x="201104" y="228358"/>
                </a:lnTo>
                <a:cubicBezTo>
                  <a:pt x="204825" y="230265"/>
                  <a:pt x="209336" y="229893"/>
                  <a:pt x="212731" y="227428"/>
                </a:cubicBezTo>
                <a:cubicBezTo>
                  <a:pt x="216126" y="224963"/>
                  <a:pt x="217847" y="220824"/>
                  <a:pt x="217196" y="216638"/>
                </a:cubicBezTo>
                <a:lnTo>
                  <a:pt x="205429" y="142270"/>
                </a:lnTo>
                <a:lnTo>
                  <a:pt x="258635" y="89018"/>
                </a:lnTo>
                <a:cubicBezTo>
                  <a:pt x="261612" y="86041"/>
                  <a:pt x="262635" y="81669"/>
                  <a:pt x="261333" y="77670"/>
                </a:cubicBezTo>
                <a:cubicBezTo>
                  <a:pt x="260031" y="73670"/>
                  <a:pt x="256635" y="70740"/>
                  <a:pt x="252450" y="70089"/>
                </a:cubicBezTo>
                <a:lnTo>
                  <a:pt x="178129" y="58276"/>
                </a:lnTo>
                <a:lnTo>
                  <a:pt x="143945" y="-8790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30" name="Text 28"/>
          <p:cNvSpPr/>
          <p:nvPr/>
        </p:nvSpPr>
        <p:spPr>
          <a:xfrm>
            <a:off x="1276350" y="5548313"/>
            <a:ext cx="10449719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63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Vision: Fully Automated Legal Assistant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76350" y="5905500"/>
            <a:ext cx="104298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ultimate goal is an intelligent legal assistant that can draft, review, negotiate, and manage contracts with minimal human oversight—transforming legal operations from cost center to strategic advantage.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60a4cf0bb1226d5baf21d897105e631b0482eb0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545" r="5545" t="0" b="0"/>
          <a:stretch/>
        </p:blipFill>
        <p:spPr>
          <a:xfrm>
            <a:off x="0" y="0"/>
            <a:ext cx="12192000" cy="685635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352"/>
          </a:xfrm>
          <a:custGeom>
            <a:avLst/>
            <a:gdLst/>
            <a:ahLst/>
            <a:cxnLst/>
            <a:rect l="l" t="t" r="r" b="b"/>
            <a:pathLst>
              <a:path w="12192000" h="6856352">
                <a:moveTo>
                  <a:pt x="0" y="0"/>
                </a:moveTo>
                <a:lnTo>
                  <a:pt x="12192000" y="0"/>
                </a:lnTo>
                <a:lnTo>
                  <a:pt x="12192000" y="6856352"/>
                </a:lnTo>
                <a:lnTo>
                  <a:pt x="0" y="685635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3D5A6C">
                  <a:alpha val="8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567050" y="-265242"/>
            <a:ext cx="1054823" cy="1054823"/>
          </a:xfrm>
          <a:custGeom>
            <a:avLst/>
            <a:gdLst/>
            <a:ahLst/>
            <a:cxnLst/>
            <a:rect l="l" t="t" r="r" b="b"/>
            <a:pathLst>
              <a:path w="1054823" h="1054823">
                <a:moveTo>
                  <a:pt x="175807" y="0"/>
                </a:moveTo>
                <a:lnTo>
                  <a:pt x="879016" y="0"/>
                </a:lnTo>
                <a:cubicBezTo>
                  <a:pt x="976112" y="0"/>
                  <a:pt x="1054823" y="78712"/>
                  <a:pt x="1054823" y="175807"/>
                </a:cubicBezTo>
                <a:lnTo>
                  <a:pt x="1054823" y="879016"/>
                </a:lnTo>
                <a:cubicBezTo>
                  <a:pt x="1054823" y="976112"/>
                  <a:pt x="976112" y="1054823"/>
                  <a:pt x="879016" y="1054823"/>
                </a:cubicBezTo>
                <a:lnTo>
                  <a:pt x="175807" y="1054823"/>
                </a:lnTo>
                <a:cubicBezTo>
                  <a:pt x="78712" y="1054823"/>
                  <a:pt x="0" y="976112"/>
                  <a:pt x="0" y="879016"/>
                </a:cubicBezTo>
                <a:lnTo>
                  <a:pt x="0" y="175807"/>
                </a:lnTo>
                <a:cubicBezTo>
                  <a:pt x="0" y="78777"/>
                  <a:pt x="78777" y="0"/>
                  <a:pt x="175807" y="0"/>
                </a:cubicBezTo>
                <a:close/>
              </a:path>
            </a:pathLst>
          </a:custGeom>
          <a:solidFill>
            <a:srgbClr val="72E1D1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30756" y="-1537"/>
            <a:ext cx="527412" cy="527412"/>
          </a:xfrm>
          <a:custGeom>
            <a:avLst/>
            <a:gdLst/>
            <a:ahLst/>
            <a:cxnLst/>
            <a:rect l="l" t="t" r="r" b="b"/>
            <a:pathLst>
              <a:path w="527412" h="527412">
                <a:moveTo>
                  <a:pt x="131853" y="329632"/>
                </a:moveTo>
                <a:lnTo>
                  <a:pt x="25237" y="329632"/>
                </a:lnTo>
                <a:cubicBezTo>
                  <a:pt x="-412" y="329632"/>
                  <a:pt x="-16173" y="301717"/>
                  <a:pt x="-2987" y="279672"/>
                </a:cubicBezTo>
                <a:lnTo>
                  <a:pt x="51505" y="188818"/>
                </a:lnTo>
                <a:cubicBezTo>
                  <a:pt x="60467" y="173881"/>
                  <a:pt x="76536" y="164816"/>
                  <a:pt x="93945" y="164816"/>
                </a:cubicBezTo>
                <a:lnTo>
                  <a:pt x="191805" y="164816"/>
                </a:lnTo>
                <a:cubicBezTo>
                  <a:pt x="270195" y="32036"/>
                  <a:pt x="387112" y="25340"/>
                  <a:pt x="465297" y="36775"/>
                </a:cubicBezTo>
                <a:cubicBezTo>
                  <a:pt x="478482" y="38732"/>
                  <a:pt x="488783" y="49033"/>
                  <a:pt x="490637" y="62115"/>
                </a:cubicBezTo>
                <a:cubicBezTo>
                  <a:pt x="502071" y="140300"/>
                  <a:pt x="495376" y="257216"/>
                  <a:pt x="362596" y="335607"/>
                </a:cubicBezTo>
                <a:lnTo>
                  <a:pt x="362596" y="433466"/>
                </a:lnTo>
                <a:cubicBezTo>
                  <a:pt x="362596" y="450875"/>
                  <a:pt x="353531" y="466945"/>
                  <a:pt x="338594" y="475907"/>
                </a:cubicBezTo>
                <a:lnTo>
                  <a:pt x="247739" y="530399"/>
                </a:lnTo>
                <a:cubicBezTo>
                  <a:pt x="225798" y="543584"/>
                  <a:pt x="197779" y="527721"/>
                  <a:pt x="197779" y="502174"/>
                </a:cubicBezTo>
                <a:lnTo>
                  <a:pt x="197779" y="395559"/>
                </a:lnTo>
                <a:cubicBezTo>
                  <a:pt x="197779" y="359196"/>
                  <a:pt x="168215" y="329632"/>
                  <a:pt x="131853" y="329632"/>
                </a:cubicBezTo>
                <a:lnTo>
                  <a:pt x="131750" y="329632"/>
                </a:lnTo>
                <a:close/>
                <a:moveTo>
                  <a:pt x="412040" y="164816"/>
                </a:moveTo>
                <a:cubicBezTo>
                  <a:pt x="412040" y="137527"/>
                  <a:pt x="389885" y="115371"/>
                  <a:pt x="362596" y="115371"/>
                </a:cubicBezTo>
                <a:cubicBezTo>
                  <a:pt x="335306" y="115371"/>
                  <a:pt x="313151" y="137527"/>
                  <a:pt x="313151" y="164816"/>
                </a:cubicBezTo>
                <a:cubicBezTo>
                  <a:pt x="313151" y="192106"/>
                  <a:pt x="335306" y="214261"/>
                  <a:pt x="362596" y="214261"/>
                </a:cubicBezTo>
                <a:cubicBezTo>
                  <a:pt x="389885" y="214261"/>
                  <a:pt x="412040" y="192106"/>
                  <a:pt x="412040" y="164816"/>
                </a:cubicBez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6" name="Text 3"/>
          <p:cNvSpPr/>
          <p:nvPr/>
        </p:nvSpPr>
        <p:spPr>
          <a:xfrm>
            <a:off x="1007137" y="1053287"/>
            <a:ext cx="10174650" cy="1652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191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From Manual Review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191" b="1" dirty="0">
                <a:solidFill>
                  <a:srgbClr val="E8E9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 Intelligent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91246" y="2965154"/>
            <a:ext cx="1406431" cy="43951"/>
          </a:xfrm>
          <a:custGeom>
            <a:avLst/>
            <a:gdLst/>
            <a:ahLst/>
            <a:cxnLst/>
            <a:rect l="l" t="t" r="r" b="b"/>
            <a:pathLst>
              <a:path w="1406431" h="43951">
                <a:moveTo>
                  <a:pt x="0" y="0"/>
                </a:moveTo>
                <a:lnTo>
                  <a:pt x="1406431" y="0"/>
                </a:lnTo>
                <a:lnTo>
                  <a:pt x="1406431" y="43951"/>
                </a:lnTo>
                <a:lnTo>
                  <a:pt x="0" y="43951"/>
                </a:lnTo>
                <a:lnTo>
                  <a:pt x="0" y="0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8" name="Text 5"/>
          <p:cNvSpPr/>
          <p:nvPr/>
        </p:nvSpPr>
        <p:spPr>
          <a:xfrm>
            <a:off x="1106026" y="3272811"/>
            <a:ext cx="9976871" cy="128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76" dirty="0">
                <a:solidFill>
                  <a:srgbClr val="6B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system transforms contract review from a manual, error-prone task into an intelligent, scalable process—enabling legal teams to focus on strategic decisions rather than document hunting.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91130" y="4913501"/>
            <a:ext cx="2099098" cy="1457414"/>
          </a:xfrm>
          <a:custGeom>
            <a:avLst/>
            <a:gdLst/>
            <a:ahLst/>
            <a:cxnLst/>
            <a:rect l="l" t="t" r="r" b="b"/>
            <a:pathLst>
              <a:path w="2099098" h="1457414">
                <a:moveTo>
                  <a:pt x="131852" y="0"/>
                </a:moveTo>
                <a:lnTo>
                  <a:pt x="1967246" y="0"/>
                </a:lnTo>
                <a:cubicBezTo>
                  <a:pt x="2040066" y="0"/>
                  <a:pt x="2099098" y="59032"/>
                  <a:pt x="2099098" y="131852"/>
                </a:cubicBezTo>
                <a:lnTo>
                  <a:pt x="2099098" y="1325562"/>
                </a:lnTo>
                <a:cubicBezTo>
                  <a:pt x="2099098" y="1398382"/>
                  <a:pt x="2040066" y="1457414"/>
                  <a:pt x="1967246" y="1457414"/>
                </a:cubicBezTo>
                <a:lnTo>
                  <a:pt x="131852" y="1457414"/>
                </a:lnTo>
                <a:cubicBezTo>
                  <a:pt x="59032" y="1457414"/>
                  <a:pt x="0" y="1398382"/>
                  <a:pt x="0" y="1325562"/>
                </a:cubicBezTo>
                <a:lnTo>
                  <a:pt x="0" y="131852"/>
                </a:lnTo>
                <a:cubicBezTo>
                  <a:pt x="0" y="59032"/>
                  <a:pt x="59032" y="0"/>
                  <a:pt x="131852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26499" y="5180721"/>
            <a:ext cx="1828360" cy="527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53" b="1" dirty="0">
                <a:solidFill>
                  <a:srgbClr val="72E1D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808907" y="5796035"/>
            <a:ext cx="1663544" cy="30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7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Processing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46231" y="4913501"/>
            <a:ext cx="2099098" cy="1457414"/>
          </a:xfrm>
          <a:custGeom>
            <a:avLst/>
            <a:gdLst/>
            <a:ahLst/>
            <a:cxnLst/>
            <a:rect l="l" t="t" r="r" b="b"/>
            <a:pathLst>
              <a:path w="2099098" h="1457414">
                <a:moveTo>
                  <a:pt x="131852" y="0"/>
                </a:moveTo>
                <a:lnTo>
                  <a:pt x="1967246" y="0"/>
                </a:lnTo>
                <a:cubicBezTo>
                  <a:pt x="2040066" y="0"/>
                  <a:pt x="2099098" y="59032"/>
                  <a:pt x="2099098" y="131852"/>
                </a:cubicBezTo>
                <a:lnTo>
                  <a:pt x="2099098" y="1325562"/>
                </a:lnTo>
                <a:cubicBezTo>
                  <a:pt x="2099098" y="1398382"/>
                  <a:pt x="2040066" y="1457414"/>
                  <a:pt x="1967246" y="1457414"/>
                </a:cubicBezTo>
                <a:lnTo>
                  <a:pt x="131852" y="1457414"/>
                </a:lnTo>
                <a:cubicBezTo>
                  <a:pt x="59032" y="1457414"/>
                  <a:pt x="0" y="1398382"/>
                  <a:pt x="0" y="1325562"/>
                </a:cubicBezTo>
                <a:lnTo>
                  <a:pt x="0" y="131852"/>
                </a:lnTo>
                <a:cubicBezTo>
                  <a:pt x="0" y="59032"/>
                  <a:pt x="59032" y="0"/>
                  <a:pt x="131852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81600" y="5180721"/>
            <a:ext cx="1828360" cy="527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53" b="1" dirty="0">
                <a:solidFill>
                  <a:srgbClr val="72E1D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99%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64008" y="5796035"/>
            <a:ext cx="1663544" cy="30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7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Rate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01333" y="4913501"/>
            <a:ext cx="2099098" cy="1457414"/>
          </a:xfrm>
          <a:custGeom>
            <a:avLst/>
            <a:gdLst/>
            <a:ahLst/>
            <a:cxnLst/>
            <a:rect l="l" t="t" r="r" b="b"/>
            <a:pathLst>
              <a:path w="2099098" h="1457414">
                <a:moveTo>
                  <a:pt x="131852" y="0"/>
                </a:moveTo>
                <a:lnTo>
                  <a:pt x="1967246" y="0"/>
                </a:lnTo>
                <a:cubicBezTo>
                  <a:pt x="2040066" y="0"/>
                  <a:pt x="2099098" y="59032"/>
                  <a:pt x="2099098" y="131852"/>
                </a:cubicBezTo>
                <a:lnTo>
                  <a:pt x="2099098" y="1325562"/>
                </a:lnTo>
                <a:cubicBezTo>
                  <a:pt x="2099098" y="1398382"/>
                  <a:pt x="2040066" y="1457414"/>
                  <a:pt x="1967246" y="1457414"/>
                </a:cubicBezTo>
                <a:lnTo>
                  <a:pt x="131852" y="1457414"/>
                </a:lnTo>
                <a:cubicBezTo>
                  <a:pt x="59032" y="1457414"/>
                  <a:pt x="0" y="1398382"/>
                  <a:pt x="0" y="1325562"/>
                </a:cubicBezTo>
                <a:lnTo>
                  <a:pt x="0" y="131852"/>
                </a:lnTo>
                <a:cubicBezTo>
                  <a:pt x="0" y="59032"/>
                  <a:pt x="59032" y="0"/>
                  <a:pt x="131852" y="0"/>
                </a:cubicBezTo>
                <a:close/>
              </a:path>
            </a:pathLst>
          </a:custGeom>
          <a:solidFill>
            <a:srgbClr val="3D5A6C">
              <a:alpha val="20000"/>
            </a:srgbClr>
          </a:solidFill>
          <a:ln w="10160">
            <a:solidFill>
              <a:srgbClr val="3D5A6C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6702" y="5180721"/>
            <a:ext cx="1828360" cy="527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53" b="1" dirty="0">
                <a:solidFill>
                  <a:srgbClr val="72E1D1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∞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19110" y="5796035"/>
            <a:ext cx="1663544" cy="30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7" b="1" dirty="0">
                <a:solidFill>
                  <a:srgbClr val="E8E9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909769" y="6842068"/>
            <a:ext cx="219755" cy="219755"/>
          </a:xfrm>
          <a:custGeom>
            <a:avLst/>
            <a:gdLst/>
            <a:ahLst/>
            <a:cxnLst/>
            <a:rect l="l" t="t" r="r" b="b"/>
            <a:pathLst>
              <a:path w="219755" h="219755">
                <a:moveTo>
                  <a:pt x="20602" y="27469"/>
                </a:moveTo>
                <a:cubicBezTo>
                  <a:pt x="9228" y="27469"/>
                  <a:pt x="0" y="36697"/>
                  <a:pt x="0" y="48071"/>
                </a:cubicBezTo>
                <a:cubicBezTo>
                  <a:pt x="0" y="54552"/>
                  <a:pt x="3047" y="60647"/>
                  <a:pt x="8241" y="64553"/>
                </a:cubicBezTo>
                <a:lnTo>
                  <a:pt x="97516" y="131510"/>
                </a:lnTo>
                <a:cubicBezTo>
                  <a:pt x="104856" y="137003"/>
                  <a:pt x="114899" y="137003"/>
                  <a:pt x="122239" y="131510"/>
                </a:cubicBezTo>
                <a:lnTo>
                  <a:pt x="211514" y="64553"/>
                </a:lnTo>
                <a:cubicBezTo>
                  <a:pt x="216707" y="60647"/>
                  <a:pt x="219755" y="54552"/>
                  <a:pt x="219755" y="48071"/>
                </a:cubicBezTo>
                <a:cubicBezTo>
                  <a:pt x="219755" y="36697"/>
                  <a:pt x="210527" y="27469"/>
                  <a:pt x="199153" y="27469"/>
                </a:cubicBezTo>
                <a:lnTo>
                  <a:pt x="20602" y="27469"/>
                </a:lnTo>
                <a:close/>
                <a:moveTo>
                  <a:pt x="0" y="84125"/>
                </a:moveTo>
                <a:lnTo>
                  <a:pt x="0" y="164816"/>
                </a:lnTo>
                <a:cubicBezTo>
                  <a:pt x="0" y="179967"/>
                  <a:pt x="12318" y="192286"/>
                  <a:pt x="27469" y="192286"/>
                </a:cubicBezTo>
                <a:lnTo>
                  <a:pt x="192286" y="192286"/>
                </a:lnTo>
                <a:cubicBezTo>
                  <a:pt x="207437" y="192286"/>
                  <a:pt x="219755" y="179967"/>
                  <a:pt x="219755" y="164816"/>
                </a:cubicBezTo>
                <a:lnTo>
                  <a:pt x="219755" y="84125"/>
                </a:lnTo>
                <a:lnTo>
                  <a:pt x="134600" y="147991"/>
                </a:lnTo>
                <a:cubicBezTo>
                  <a:pt x="119964" y="158979"/>
                  <a:pt x="99791" y="158979"/>
                  <a:pt x="85155" y="147991"/>
                </a:cubicBezTo>
                <a:lnTo>
                  <a:pt x="0" y="84125"/>
                </a:lnTo>
                <a:close/>
              </a:path>
            </a:pathLst>
          </a:custGeom>
          <a:solidFill>
            <a:srgbClr val="72E1D1"/>
          </a:solidFill>
          <a:ln/>
        </p:spPr>
      </p:sp>
      <p:sp>
        <p:nvSpPr>
          <p:cNvPr id="19" name="Text 16"/>
          <p:cNvSpPr/>
          <p:nvPr/>
        </p:nvSpPr>
        <p:spPr>
          <a:xfrm>
            <a:off x="4161796" y="6813937"/>
            <a:ext cx="4198009" cy="30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30" b="1" dirty="0">
                <a:solidFill>
                  <a:srgbClr val="72E1D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transform your legal operations?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Legal Contract Analysis System</dc:title>
  <dc:subject>AI-Powered Legal Contract Analysis System</dc:subject>
  <dc:creator>Kimi</dc:creator>
  <cp:lastModifiedBy>Kimi</cp:lastModifiedBy>
  <cp:revision>1</cp:revision>
  <dcterms:created xsi:type="dcterms:W3CDTF">2026-03-30T18:08:19Z</dcterms:created>
  <dcterms:modified xsi:type="dcterms:W3CDTF">2026-03-30T18:08:19Z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{"Label":"AI-Powered Legal Contract Analysis System","ContentProducer":"001191110108MACG2KBH8F10000","ProduceID":"19d40186-cf52-82da-8000-0000dbeb5403","ReservedCode1":"","ContentPropagator":"001191110108MACG2KBH8F20000","PropagateID":"19d40186-cf52-82da-8000-0000dbeb5403","ReservedCode2":""}</vt:lpwstr>
  </property>
</Properties>
</file>